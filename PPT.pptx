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ora Bold" charset="1" panose="00000800000000000000"/>
      <p:regular r:id="rId14"/>
    </p:embeddedFont>
    <p:embeddedFont>
      <p:font typeface="Lora" charset="1" panose="00000500000000000000"/>
      <p:regular r:id="rId15"/>
    </p:embeddedFont>
    <p:embeddedFont>
      <p:font typeface="Lora Bold Italics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chatpdf.com/" TargetMode="External" Type="http://schemas.openxmlformats.org/officeDocument/2006/relationships/hyperlink"/><Relationship Id="rId3" Target="https://www.chatpdf.com/" TargetMode="External" Type="http://schemas.openxmlformats.org/officeDocument/2006/relationships/hyperlink"/><Relationship Id="rId4" Target="https://www.humata.ai/" TargetMode="External" Type="http://schemas.openxmlformats.org/officeDocument/2006/relationships/hyperlink"/><Relationship Id="rId5" Target="https://www.adobe.com/acrobat/ai-assistant.html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6510" y="411"/>
            <a:ext cx="6847531" cy="10286102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-3" r="-2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8230" y="545153"/>
            <a:ext cx="9757321" cy="254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b="true" sz="5391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An Intelligent Document Question Answering System Using Generative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1075" y="5792101"/>
            <a:ext cx="70377" cy="5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2"/>
              </a:lnSpc>
            </a:pPr>
            <a:r>
              <a:rPr lang="en-US" sz="2048" spc="14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1589" y="6565718"/>
            <a:ext cx="4616757" cy="78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9"/>
              </a:lnSpc>
            </a:pPr>
            <a:r>
              <a:rPr lang="en-US" b="true" sz="2847" spc="19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AditiSingh:- E23CSEU0313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589" y="7570918"/>
            <a:ext cx="5335301" cy="168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9"/>
              </a:lnSpc>
            </a:pPr>
            <a:r>
              <a:rPr lang="en-US" b="true" sz="2847" spc="19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Mehar Singh :- E23CSEU0311 Mrigashi:- E23CSEU0327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9" y="5748767"/>
            <a:ext cx="5052723" cy="83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b="true" sz="4792" i="true" u="sng">
                <a:solidFill>
                  <a:srgbClr val="000000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Team Members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8213" y="3355998"/>
            <a:ext cx="7537356" cy="44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  <a:spcBef>
                <a:spcPct val="0"/>
              </a:spcBef>
            </a:pPr>
            <a:r>
              <a:rPr lang="en-US" b="true" sz="2685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Powered by Google Gemini + Vector Databases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581" y="0"/>
            <a:ext cx="6847531" cy="10286102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-3" r="-2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51616" y="1447800"/>
            <a:ext cx="8299462" cy="54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b="true" sz="6350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96269" y="3798709"/>
            <a:ext cx="70377" cy="5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2"/>
              </a:lnSpc>
            </a:pPr>
            <a:r>
              <a:rPr lang="en-US" sz="2048" spc="14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0030" y="2833596"/>
            <a:ext cx="11374011" cy="114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003" spc="21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Large volumes of information are stored in </a:t>
            </a:r>
            <a:r>
              <a:rPr lang="en-US" b="true" sz="3003" spc="21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PDF documents</a:t>
            </a:r>
            <a:r>
              <a:rPr lang="en-US" sz="3003" spc="21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such as research paper, reports and manuals.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0030" y="4092001"/>
            <a:ext cx="10898793" cy="551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1"/>
              </a:lnSpc>
            </a:pPr>
            <a:r>
              <a:rPr lang="en-US" sz="3007" spc="21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Traditional document search relies on keyword matching and manual reading.</a:t>
            </a:r>
          </a:p>
          <a:p>
            <a:pPr algn="just">
              <a:lnSpc>
                <a:spcPts val="4871"/>
              </a:lnSpc>
            </a:pPr>
            <a:r>
              <a:rPr lang="en-US" sz="3007" spc="21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Users need an intelligent system that understands document meaning and answers questions conversationally.</a:t>
            </a:r>
          </a:p>
          <a:p>
            <a:pPr algn="just">
              <a:lnSpc>
                <a:spcPts val="4613"/>
              </a:lnSpc>
            </a:pPr>
          </a:p>
          <a:p>
            <a:pPr algn="just">
              <a:lnSpc>
                <a:spcPts val="7119"/>
              </a:lnSpc>
            </a:pPr>
            <a:r>
              <a:rPr lang="en-US" b="true" sz="2847" i="true" spc="19" u="sng">
                <a:solidFill>
                  <a:srgbClr val="3B3535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Objective:</a:t>
            </a:r>
            <a:r>
              <a:rPr lang="en-US" sz="2847" spc="1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847" spc="19">
                <a:solidFill>
                  <a:srgbClr val="1A2D7A"/>
                </a:solidFill>
                <a:latin typeface="Lora"/>
                <a:ea typeface="Lora"/>
                <a:cs typeface="Lora"/>
                <a:sym typeface="Lora"/>
              </a:rPr>
              <a:t>Develop a system that allows users to </a:t>
            </a:r>
            <a:r>
              <a:rPr lang="en-US" sz="2847" spc="19">
                <a:solidFill>
                  <a:srgbClr val="1A2D7A"/>
                </a:solidFill>
                <a:latin typeface="Lora"/>
                <a:ea typeface="Lora"/>
                <a:cs typeface="Lora"/>
                <a:sym typeface="Lora"/>
              </a:rPr>
              <a:t>ask natural language </a:t>
            </a:r>
            <a:r>
              <a:rPr lang="en-US" sz="2847" spc="19">
                <a:solidFill>
                  <a:srgbClr val="1A2D7A"/>
                </a:solidFill>
                <a:latin typeface="Lora"/>
                <a:ea typeface="Lora"/>
                <a:cs typeface="Lora"/>
                <a:sym typeface="Lora"/>
              </a:rPr>
              <a:t>questions and receive precise answers directly from PDF documents using Generative AI.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9341" y="5486702"/>
            <a:ext cx="3972683" cy="1201035"/>
            <a:chOff x="0" y="0"/>
            <a:chExt cx="2992087" cy="90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9236" y="61137"/>
              <a:ext cx="2873505" cy="782306"/>
            </a:xfrm>
            <a:custGeom>
              <a:avLst/>
              <a:gdLst/>
              <a:ahLst/>
              <a:cxnLst/>
              <a:rect r="r" b="b" t="t" l="l"/>
              <a:pathLst>
                <a:path h="782306" w="2873505">
                  <a:moveTo>
                    <a:pt x="0" y="735801"/>
                  </a:moveTo>
                  <a:lnTo>
                    <a:pt x="0" y="46505"/>
                  </a:lnTo>
                  <a:cubicBezTo>
                    <a:pt x="0" y="43443"/>
                    <a:pt x="330" y="40380"/>
                    <a:pt x="881" y="37431"/>
                  </a:cubicBezTo>
                  <a:cubicBezTo>
                    <a:pt x="1432" y="34482"/>
                    <a:pt x="2312" y="31533"/>
                    <a:pt x="3413" y="28697"/>
                  </a:cubicBezTo>
                  <a:cubicBezTo>
                    <a:pt x="4514" y="25861"/>
                    <a:pt x="5946" y="23139"/>
                    <a:pt x="7597" y="20644"/>
                  </a:cubicBezTo>
                  <a:cubicBezTo>
                    <a:pt x="9249" y="18148"/>
                    <a:pt x="11121" y="15766"/>
                    <a:pt x="13213" y="13611"/>
                  </a:cubicBezTo>
                  <a:cubicBezTo>
                    <a:pt x="15305" y="11456"/>
                    <a:pt x="17617" y="9528"/>
                    <a:pt x="20039" y="7827"/>
                  </a:cubicBezTo>
                  <a:cubicBezTo>
                    <a:pt x="22461" y="6125"/>
                    <a:pt x="25104" y="4651"/>
                    <a:pt x="27857" y="3516"/>
                  </a:cubicBezTo>
                  <a:cubicBezTo>
                    <a:pt x="30609" y="2382"/>
                    <a:pt x="33472" y="1475"/>
                    <a:pt x="36335" y="908"/>
                  </a:cubicBezTo>
                  <a:cubicBezTo>
                    <a:pt x="39197" y="340"/>
                    <a:pt x="42170" y="0"/>
                    <a:pt x="45143" y="0"/>
                  </a:cubicBezTo>
                  <a:lnTo>
                    <a:pt x="2828362" y="0"/>
                  </a:lnTo>
                  <a:cubicBezTo>
                    <a:pt x="2831335" y="0"/>
                    <a:pt x="2834308" y="340"/>
                    <a:pt x="2837170" y="908"/>
                  </a:cubicBezTo>
                  <a:cubicBezTo>
                    <a:pt x="2840033" y="1475"/>
                    <a:pt x="2842896" y="2382"/>
                    <a:pt x="2845648" y="3516"/>
                  </a:cubicBezTo>
                  <a:cubicBezTo>
                    <a:pt x="2848401" y="4651"/>
                    <a:pt x="2851043" y="6125"/>
                    <a:pt x="2853466" y="7827"/>
                  </a:cubicBezTo>
                  <a:cubicBezTo>
                    <a:pt x="2855888" y="9528"/>
                    <a:pt x="2858200" y="11456"/>
                    <a:pt x="2860292" y="13611"/>
                  </a:cubicBezTo>
                  <a:cubicBezTo>
                    <a:pt x="2862384" y="15766"/>
                    <a:pt x="2864256" y="18148"/>
                    <a:pt x="2865908" y="20644"/>
                  </a:cubicBezTo>
                  <a:cubicBezTo>
                    <a:pt x="2867559" y="23139"/>
                    <a:pt x="2868990" y="25861"/>
                    <a:pt x="2870092" y="28697"/>
                  </a:cubicBezTo>
                  <a:cubicBezTo>
                    <a:pt x="2871193" y="31533"/>
                    <a:pt x="2872073" y="34482"/>
                    <a:pt x="2872624" y="37431"/>
                  </a:cubicBezTo>
                  <a:cubicBezTo>
                    <a:pt x="2873175" y="40380"/>
                    <a:pt x="2873505" y="43443"/>
                    <a:pt x="2873505" y="46505"/>
                  </a:cubicBezTo>
                  <a:lnTo>
                    <a:pt x="2873505" y="735801"/>
                  </a:lnTo>
                  <a:cubicBezTo>
                    <a:pt x="2873505" y="738863"/>
                    <a:pt x="2873175" y="741926"/>
                    <a:pt x="2872624" y="744875"/>
                  </a:cubicBezTo>
                  <a:cubicBezTo>
                    <a:pt x="2872073" y="747824"/>
                    <a:pt x="2871193" y="750773"/>
                    <a:pt x="2870092" y="753609"/>
                  </a:cubicBezTo>
                  <a:cubicBezTo>
                    <a:pt x="2868990" y="756445"/>
                    <a:pt x="2867559" y="759167"/>
                    <a:pt x="2865908" y="761662"/>
                  </a:cubicBezTo>
                  <a:cubicBezTo>
                    <a:pt x="2864256" y="764158"/>
                    <a:pt x="2862384" y="766540"/>
                    <a:pt x="2860292" y="768695"/>
                  </a:cubicBezTo>
                  <a:cubicBezTo>
                    <a:pt x="2858200" y="770850"/>
                    <a:pt x="2855888" y="772778"/>
                    <a:pt x="2853466" y="774480"/>
                  </a:cubicBezTo>
                  <a:cubicBezTo>
                    <a:pt x="2851043" y="776181"/>
                    <a:pt x="2848401" y="777656"/>
                    <a:pt x="2845648" y="778790"/>
                  </a:cubicBezTo>
                  <a:cubicBezTo>
                    <a:pt x="2842896" y="779924"/>
                    <a:pt x="2840033" y="780831"/>
                    <a:pt x="2837170" y="781398"/>
                  </a:cubicBezTo>
                  <a:cubicBezTo>
                    <a:pt x="2834308" y="781966"/>
                    <a:pt x="2831335" y="782306"/>
                    <a:pt x="2828362" y="782306"/>
                  </a:cubicBezTo>
                  <a:lnTo>
                    <a:pt x="45253" y="782306"/>
                  </a:lnTo>
                  <a:cubicBezTo>
                    <a:pt x="42280" y="782306"/>
                    <a:pt x="39307" y="781966"/>
                    <a:pt x="36445" y="781398"/>
                  </a:cubicBezTo>
                  <a:cubicBezTo>
                    <a:pt x="33582" y="780831"/>
                    <a:pt x="30719" y="779924"/>
                    <a:pt x="27967" y="778790"/>
                  </a:cubicBezTo>
                  <a:cubicBezTo>
                    <a:pt x="25214" y="777656"/>
                    <a:pt x="22572" y="776181"/>
                    <a:pt x="20149" y="774480"/>
                  </a:cubicBezTo>
                  <a:cubicBezTo>
                    <a:pt x="17727" y="772778"/>
                    <a:pt x="15415" y="770850"/>
                    <a:pt x="13323" y="768695"/>
                  </a:cubicBezTo>
                  <a:cubicBezTo>
                    <a:pt x="11231" y="766540"/>
                    <a:pt x="9359" y="764158"/>
                    <a:pt x="7707" y="761662"/>
                  </a:cubicBezTo>
                  <a:cubicBezTo>
                    <a:pt x="6056" y="759167"/>
                    <a:pt x="4625" y="756445"/>
                    <a:pt x="3523" y="753609"/>
                  </a:cubicBezTo>
                  <a:cubicBezTo>
                    <a:pt x="2422" y="750773"/>
                    <a:pt x="1542" y="747824"/>
                    <a:pt x="991" y="744875"/>
                  </a:cubicBezTo>
                  <a:cubicBezTo>
                    <a:pt x="441" y="741926"/>
                    <a:pt x="110" y="738863"/>
                    <a:pt x="110" y="735801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4942" y="56600"/>
              <a:ext cx="2882203" cy="791380"/>
            </a:xfrm>
            <a:custGeom>
              <a:avLst/>
              <a:gdLst/>
              <a:ahLst/>
              <a:cxnLst/>
              <a:rect r="r" b="b" t="t" l="l"/>
              <a:pathLst>
                <a:path h="791380" w="2882203">
                  <a:moveTo>
                    <a:pt x="110" y="740338"/>
                  </a:moveTo>
                  <a:lnTo>
                    <a:pt x="110" y="51042"/>
                  </a:lnTo>
                  <a:lnTo>
                    <a:pt x="4294" y="51042"/>
                  </a:lnTo>
                  <a:lnTo>
                    <a:pt x="110" y="51042"/>
                  </a:lnTo>
                  <a:cubicBezTo>
                    <a:pt x="110" y="47753"/>
                    <a:pt x="441" y="44350"/>
                    <a:pt x="1101" y="41061"/>
                  </a:cubicBezTo>
                  <a:cubicBezTo>
                    <a:pt x="1762" y="37771"/>
                    <a:pt x="2643" y="34595"/>
                    <a:pt x="3964" y="31533"/>
                  </a:cubicBezTo>
                  <a:lnTo>
                    <a:pt x="7817" y="33121"/>
                  </a:lnTo>
                  <a:lnTo>
                    <a:pt x="3964" y="31533"/>
                  </a:lnTo>
                  <a:cubicBezTo>
                    <a:pt x="5175" y="28470"/>
                    <a:pt x="6716" y="25521"/>
                    <a:pt x="8478" y="22685"/>
                  </a:cubicBezTo>
                  <a:cubicBezTo>
                    <a:pt x="10240" y="19850"/>
                    <a:pt x="12332" y="17354"/>
                    <a:pt x="14644" y="14972"/>
                  </a:cubicBezTo>
                  <a:lnTo>
                    <a:pt x="17617" y="18035"/>
                  </a:lnTo>
                  <a:lnTo>
                    <a:pt x="14644" y="14972"/>
                  </a:lnTo>
                  <a:cubicBezTo>
                    <a:pt x="16956" y="12590"/>
                    <a:pt x="19489" y="10549"/>
                    <a:pt x="22131" y="8621"/>
                  </a:cubicBezTo>
                  <a:cubicBezTo>
                    <a:pt x="24884" y="6806"/>
                    <a:pt x="27636" y="5218"/>
                    <a:pt x="30719" y="3970"/>
                  </a:cubicBezTo>
                  <a:cubicBezTo>
                    <a:pt x="33692" y="2722"/>
                    <a:pt x="36775" y="1701"/>
                    <a:pt x="39968" y="1021"/>
                  </a:cubicBezTo>
                  <a:cubicBezTo>
                    <a:pt x="43161" y="340"/>
                    <a:pt x="46354" y="0"/>
                    <a:pt x="49657" y="0"/>
                  </a:cubicBezTo>
                  <a:lnTo>
                    <a:pt x="49657" y="4310"/>
                  </a:lnTo>
                  <a:lnTo>
                    <a:pt x="49657" y="113"/>
                  </a:lnTo>
                  <a:lnTo>
                    <a:pt x="2832656" y="113"/>
                  </a:lnTo>
                  <a:lnTo>
                    <a:pt x="2832656" y="4424"/>
                  </a:lnTo>
                  <a:lnTo>
                    <a:pt x="2832656" y="113"/>
                  </a:lnTo>
                  <a:cubicBezTo>
                    <a:pt x="2835849" y="113"/>
                    <a:pt x="2839152" y="454"/>
                    <a:pt x="2842345" y="1134"/>
                  </a:cubicBezTo>
                  <a:lnTo>
                    <a:pt x="2841574" y="5331"/>
                  </a:lnTo>
                  <a:lnTo>
                    <a:pt x="2842345" y="1134"/>
                  </a:lnTo>
                  <a:cubicBezTo>
                    <a:pt x="2845538" y="1815"/>
                    <a:pt x="2848621" y="2722"/>
                    <a:pt x="2851594" y="4083"/>
                  </a:cubicBezTo>
                  <a:cubicBezTo>
                    <a:pt x="2854567" y="5331"/>
                    <a:pt x="2857429" y="6919"/>
                    <a:pt x="2860182" y="8734"/>
                  </a:cubicBezTo>
                  <a:cubicBezTo>
                    <a:pt x="2862935" y="10549"/>
                    <a:pt x="2865357" y="12704"/>
                    <a:pt x="2867669" y="15086"/>
                  </a:cubicBezTo>
                  <a:lnTo>
                    <a:pt x="2864696" y="18148"/>
                  </a:lnTo>
                  <a:lnTo>
                    <a:pt x="2867669" y="15086"/>
                  </a:lnTo>
                  <a:cubicBezTo>
                    <a:pt x="2869981" y="17468"/>
                    <a:pt x="2871963" y="20077"/>
                    <a:pt x="2873835" y="22799"/>
                  </a:cubicBezTo>
                  <a:cubicBezTo>
                    <a:pt x="2875597" y="25635"/>
                    <a:pt x="2877138" y="28470"/>
                    <a:pt x="2878349" y="31646"/>
                  </a:cubicBezTo>
                  <a:lnTo>
                    <a:pt x="2874495" y="33234"/>
                  </a:lnTo>
                  <a:lnTo>
                    <a:pt x="2878349" y="31646"/>
                  </a:lnTo>
                  <a:cubicBezTo>
                    <a:pt x="2879560" y="34709"/>
                    <a:pt x="2880551" y="37885"/>
                    <a:pt x="2881212" y="41174"/>
                  </a:cubicBezTo>
                  <a:cubicBezTo>
                    <a:pt x="2881873" y="44463"/>
                    <a:pt x="2882203" y="47753"/>
                    <a:pt x="2882203" y="51156"/>
                  </a:cubicBezTo>
                  <a:lnTo>
                    <a:pt x="2882203" y="740338"/>
                  </a:lnTo>
                  <a:cubicBezTo>
                    <a:pt x="2882203" y="743627"/>
                    <a:pt x="2881873" y="747030"/>
                    <a:pt x="2881212" y="750319"/>
                  </a:cubicBezTo>
                  <a:lnTo>
                    <a:pt x="2877138" y="749526"/>
                  </a:lnTo>
                  <a:lnTo>
                    <a:pt x="2881212" y="750319"/>
                  </a:lnTo>
                  <a:cubicBezTo>
                    <a:pt x="2880551" y="753609"/>
                    <a:pt x="2879670" y="756785"/>
                    <a:pt x="2878349" y="759847"/>
                  </a:cubicBezTo>
                  <a:lnTo>
                    <a:pt x="2874495" y="758259"/>
                  </a:lnTo>
                  <a:lnTo>
                    <a:pt x="2878349" y="759847"/>
                  </a:lnTo>
                  <a:cubicBezTo>
                    <a:pt x="2877138" y="762910"/>
                    <a:pt x="2875597" y="765859"/>
                    <a:pt x="2873835" y="768695"/>
                  </a:cubicBezTo>
                  <a:lnTo>
                    <a:pt x="2870422" y="766313"/>
                  </a:lnTo>
                  <a:lnTo>
                    <a:pt x="2873835" y="768695"/>
                  </a:lnTo>
                  <a:cubicBezTo>
                    <a:pt x="2872073" y="771530"/>
                    <a:pt x="2869981" y="774026"/>
                    <a:pt x="2867669" y="776408"/>
                  </a:cubicBezTo>
                  <a:cubicBezTo>
                    <a:pt x="2865357" y="778790"/>
                    <a:pt x="2862824" y="780831"/>
                    <a:pt x="2860182" y="782760"/>
                  </a:cubicBezTo>
                  <a:lnTo>
                    <a:pt x="2857870" y="779243"/>
                  </a:lnTo>
                  <a:lnTo>
                    <a:pt x="2860182" y="782760"/>
                  </a:lnTo>
                  <a:cubicBezTo>
                    <a:pt x="2857429" y="784574"/>
                    <a:pt x="2854677" y="786162"/>
                    <a:pt x="2851594" y="787410"/>
                  </a:cubicBezTo>
                  <a:cubicBezTo>
                    <a:pt x="2848621" y="788658"/>
                    <a:pt x="2845538" y="789679"/>
                    <a:pt x="2842345" y="790359"/>
                  </a:cubicBezTo>
                  <a:cubicBezTo>
                    <a:pt x="2839152" y="791040"/>
                    <a:pt x="2835959" y="791380"/>
                    <a:pt x="2832656" y="791380"/>
                  </a:cubicBezTo>
                  <a:lnTo>
                    <a:pt x="49547" y="791380"/>
                  </a:lnTo>
                  <a:cubicBezTo>
                    <a:pt x="46354" y="791380"/>
                    <a:pt x="43051" y="791040"/>
                    <a:pt x="39858" y="790359"/>
                  </a:cubicBezTo>
                  <a:lnTo>
                    <a:pt x="40629" y="786162"/>
                  </a:lnTo>
                  <a:lnTo>
                    <a:pt x="39858" y="790359"/>
                  </a:lnTo>
                  <a:cubicBezTo>
                    <a:pt x="36665" y="789679"/>
                    <a:pt x="33582" y="788771"/>
                    <a:pt x="30609" y="787410"/>
                  </a:cubicBezTo>
                  <a:cubicBezTo>
                    <a:pt x="27636" y="786162"/>
                    <a:pt x="24774" y="784574"/>
                    <a:pt x="22021" y="782760"/>
                  </a:cubicBezTo>
                  <a:lnTo>
                    <a:pt x="24333" y="779243"/>
                  </a:lnTo>
                  <a:lnTo>
                    <a:pt x="22021" y="782760"/>
                  </a:lnTo>
                  <a:cubicBezTo>
                    <a:pt x="19268" y="780945"/>
                    <a:pt x="16846" y="778790"/>
                    <a:pt x="14534" y="776408"/>
                  </a:cubicBezTo>
                  <a:cubicBezTo>
                    <a:pt x="12222" y="774026"/>
                    <a:pt x="10240" y="771417"/>
                    <a:pt x="8368" y="768695"/>
                  </a:cubicBezTo>
                  <a:cubicBezTo>
                    <a:pt x="6606" y="765859"/>
                    <a:pt x="5065" y="763023"/>
                    <a:pt x="3854" y="759847"/>
                  </a:cubicBezTo>
                  <a:lnTo>
                    <a:pt x="7707" y="758259"/>
                  </a:lnTo>
                  <a:lnTo>
                    <a:pt x="3854" y="759847"/>
                  </a:lnTo>
                  <a:cubicBezTo>
                    <a:pt x="2643" y="756785"/>
                    <a:pt x="1652" y="753609"/>
                    <a:pt x="991" y="750319"/>
                  </a:cubicBezTo>
                  <a:cubicBezTo>
                    <a:pt x="330" y="747030"/>
                    <a:pt x="0" y="743741"/>
                    <a:pt x="0" y="740338"/>
                  </a:cubicBezTo>
                  <a:lnTo>
                    <a:pt x="4184" y="740338"/>
                  </a:lnTo>
                  <a:lnTo>
                    <a:pt x="110" y="740338"/>
                  </a:lnTo>
                  <a:moveTo>
                    <a:pt x="8368" y="740338"/>
                  </a:moveTo>
                  <a:cubicBezTo>
                    <a:pt x="8368" y="743174"/>
                    <a:pt x="8588" y="745896"/>
                    <a:pt x="9139" y="748618"/>
                  </a:cubicBezTo>
                  <a:lnTo>
                    <a:pt x="5065" y="749412"/>
                  </a:lnTo>
                  <a:lnTo>
                    <a:pt x="9139" y="748618"/>
                  </a:lnTo>
                  <a:cubicBezTo>
                    <a:pt x="9689" y="751340"/>
                    <a:pt x="10460" y="753949"/>
                    <a:pt x="11451" y="756558"/>
                  </a:cubicBezTo>
                  <a:cubicBezTo>
                    <a:pt x="12442" y="759167"/>
                    <a:pt x="13763" y="761549"/>
                    <a:pt x="15305" y="763931"/>
                  </a:cubicBezTo>
                  <a:lnTo>
                    <a:pt x="11891" y="766313"/>
                  </a:lnTo>
                  <a:lnTo>
                    <a:pt x="15305" y="763931"/>
                  </a:lnTo>
                  <a:cubicBezTo>
                    <a:pt x="16846" y="766199"/>
                    <a:pt x="18498" y="768354"/>
                    <a:pt x="20369" y="770396"/>
                  </a:cubicBezTo>
                  <a:lnTo>
                    <a:pt x="17397" y="773459"/>
                  </a:lnTo>
                  <a:lnTo>
                    <a:pt x="20369" y="770396"/>
                  </a:lnTo>
                  <a:cubicBezTo>
                    <a:pt x="22241" y="772324"/>
                    <a:pt x="24333" y="774139"/>
                    <a:pt x="26645" y="775614"/>
                  </a:cubicBezTo>
                  <a:cubicBezTo>
                    <a:pt x="28847" y="777202"/>
                    <a:pt x="31270" y="778449"/>
                    <a:pt x="33802" y="779584"/>
                  </a:cubicBezTo>
                  <a:lnTo>
                    <a:pt x="32261" y="783554"/>
                  </a:lnTo>
                  <a:lnTo>
                    <a:pt x="33802" y="779584"/>
                  </a:lnTo>
                  <a:cubicBezTo>
                    <a:pt x="36335" y="780605"/>
                    <a:pt x="38867" y="781399"/>
                    <a:pt x="41509" y="781966"/>
                  </a:cubicBezTo>
                  <a:cubicBezTo>
                    <a:pt x="44152" y="782533"/>
                    <a:pt x="46794" y="782760"/>
                    <a:pt x="49547" y="782760"/>
                  </a:cubicBezTo>
                  <a:lnTo>
                    <a:pt x="49547" y="786956"/>
                  </a:lnTo>
                  <a:lnTo>
                    <a:pt x="49547" y="782760"/>
                  </a:lnTo>
                  <a:lnTo>
                    <a:pt x="2832656" y="782760"/>
                  </a:lnTo>
                  <a:lnTo>
                    <a:pt x="2832656" y="787070"/>
                  </a:lnTo>
                  <a:lnTo>
                    <a:pt x="2832656" y="782873"/>
                  </a:lnTo>
                  <a:cubicBezTo>
                    <a:pt x="2835409" y="782873"/>
                    <a:pt x="2838051" y="782646"/>
                    <a:pt x="2840694" y="782079"/>
                  </a:cubicBezTo>
                  <a:lnTo>
                    <a:pt x="2841464" y="786276"/>
                  </a:lnTo>
                  <a:lnTo>
                    <a:pt x="2840694" y="782079"/>
                  </a:lnTo>
                  <a:cubicBezTo>
                    <a:pt x="2843336" y="781512"/>
                    <a:pt x="2845869" y="780718"/>
                    <a:pt x="2848401" y="779697"/>
                  </a:cubicBezTo>
                  <a:lnTo>
                    <a:pt x="2849942" y="783667"/>
                  </a:lnTo>
                  <a:lnTo>
                    <a:pt x="2848401" y="779697"/>
                  </a:lnTo>
                  <a:cubicBezTo>
                    <a:pt x="2850933" y="778676"/>
                    <a:pt x="2853245" y="777315"/>
                    <a:pt x="2855557" y="775727"/>
                  </a:cubicBezTo>
                  <a:cubicBezTo>
                    <a:pt x="2857870" y="774139"/>
                    <a:pt x="2859852" y="772438"/>
                    <a:pt x="2861833" y="770509"/>
                  </a:cubicBezTo>
                  <a:lnTo>
                    <a:pt x="2864807" y="773572"/>
                  </a:lnTo>
                  <a:lnTo>
                    <a:pt x="2861833" y="770509"/>
                  </a:lnTo>
                  <a:cubicBezTo>
                    <a:pt x="2863705" y="768581"/>
                    <a:pt x="2865467" y="766426"/>
                    <a:pt x="2866898" y="764044"/>
                  </a:cubicBezTo>
                  <a:cubicBezTo>
                    <a:pt x="2868440" y="761776"/>
                    <a:pt x="2869651" y="759280"/>
                    <a:pt x="2870752" y="756671"/>
                  </a:cubicBezTo>
                  <a:cubicBezTo>
                    <a:pt x="2871743" y="754063"/>
                    <a:pt x="2872514" y="751454"/>
                    <a:pt x="2873064" y="748732"/>
                  </a:cubicBezTo>
                  <a:cubicBezTo>
                    <a:pt x="2873615" y="746009"/>
                    <a:pt x="2873835" y="743287"/>
                    <a:pt x="2873835" y="740451"/>
                  </a:cubicBezTo>
                  <a:lnTo>
                    <a:pt x="2877909" y="740451"/>
                  </a:lnTo>
                  <a:lnTo>
                    <a:pt x="2873835" y="740451"/>
                  </a:lnTo>
                  <a:lnTo>
                    <a:pt x="2873835" y="51042"/>
                  </a:lnTo>
                  <a:lnTo>
                    <a:pt x="2878019" y="51042"/>
                  </a:lnTo>
                  <a:lnTo>
                    <a:pt x="2873945" y="51042"/>
                  </a:lnTo>
                  <a:cubicBezTo>
                    <a:pt x="2873945" y="48207"/>
                    <a:pt x="2873725" y="45484"/>
                    <a:pt x="2873174" y="42762"/>
                  </a:cubicBezTo>
                  <a:lnTo>
                    <a:pt x="2877248" y="41968"/>
                  </a:lnTo>
                  <a:lnTo>
                    <a:pt x="2873174" y="42762"/>
                  </a:lnTo>
                  <a:cubicBezTo>
                    <a:pt x="2872624" y="40040"/>
                    <a:pt x="2871853" y="37431"/>
                    <a:pt x="2870862" y="34822"/>
                  </a:cubicBezTo>
                  <a:cubicBezTo>
                    <a:pt x="2869871" y="32213"/>
                    <a:pt x="2868550" y="29831"/>
                    <a:pt x="2867008" y="27449"/>
                  </a:cubicBezTo>
                  <a:lnTo>
                    <a:pt x="2870422" y="25067"/>
                  </a:lnTo>
                  <a:lnTo>
                    <a:pt x="2867008" y="27449"/>
                  </a:lnTo>
                  <a:cubicBezTo>
                    <a:pt x="2865467" y="25181"/>
                    <a:pt x="2863815" y="23026"/>
                    <a:pt x="2861944" y="20984"/>
                  </a:cubicBezTo>
                  <a:cubicBezTo>
                    <a:pt x="2860072" y="19056"/>
                    <a:pt x="2857980" y="17241"/>
                    <a:pt x="2855668" y="15766"/>
                  </a:cubicBezTo>
                  <a:lnTo>
                    <a:pt x="2857980" y="12250"/>
                  </a:lnTo>
                  <a:lnTo>
                    <a:pt x="2855668" y="15766"/>
                  </a:lnTo>
                  <a:cubicBezTo>
                    <a:pt x="2853465" y="14178"/>
                    <a:pt x="2851043" y="12931"/>
                    <a:pt x="2848511" y="11796"/>
                  </a:cubicBezTo>
                  <a:lnTo>
                    <a:pt x="2850052" y="7827"/>
                  </a:lnTo>
                  <a:lnTo>
                    <a:pt x="2848511" y="11796"/>
                  </a:lnTo>
                  <a:cubicBezTo>
                    <a:pt x="2845978" y="10776"/>
                    <a:pt x="2843446" y="9982"/>
                    <a:pt x="2840804" y="9414"/>
                  </a:cubicBezTo>
                  <a:cubicBezTo>
                    <a:pt x="2838161" y="8847"/>
                    <a:pt x="2835518" y="8621"/>
                    <a:pt x="2832766" y="8621"/>
                  </a:cubicBezTo>
                  <a:lnTo>
                    <a:pt x="49547" y="8621"/>
                  </a:lnTo>
                  <a:cubicBezTo>
                    <a:pt x="46794" y="8621"/>
                    <a:pt x="44152" y="8847"/>
                    <a:pt x="41509" y="9414"/>
                  </a:cubicBezTo>
                  <a:lnTo>
                    <a:pt x="40739" y="5218"/>
                  </a:lnTo>
                  <a:lnTo>
                    <a:pt x="41509" y="9414"/>
                  </a:lnTo>
                  <a:cubicBezTo>
                    <a:pt x="38867" y="9982"/>
                    <a:pt x="36335" y="10776"/>
                    <a:pt x="33802" y="11796"/>
                  </a:cubicBezTo>
                  <a:lnTo>
                    <a:pt x="32261" y="7827"/>
                  </a:lnTo>
                  <a:lnTo>
                    <a:pt x="33802" y="11796"/>
                  </a:lnTo>
                  <a:cubicBezTo>
                    <a:pt x="31270" y="12817"/>
                    <a:pt x="28958" y="14178"/>
                    <a:pt x="26645" y="15766"/>
                  </a:cubicBezTo>
                  <a:lnTo>
                    <a:pt x="24333" y="12250"/>
                  </a:lnTo>
                  <a:lnTo>
                    <a:pt x="26645" y="15766"/>
                  </a:lnTo>
                  <a:cubicBezTo>
                    <a:pt x="24443" y="17354"/>
                    <a:pt x="22351" y="19056"/>
                    <a:pt x="20369" y="20984"/>
                  </a:cubicBezTo>
                  <a:cubicBezTo>
                    <a:pt x="18498" y="22912"/>
                    <a:pt x="16736" y="25067"/>
                    <a:pt x="15305" y="27449"/>
                  </a:cubicBezTo>
                  <a:lnTo>
                    <a:pt x="11891" y="25067"/>
                  </a:lnTo>
                  <a:lnTo>
                    <a:pt x="15305" y="27449"/>
                  </a:lnTo>
                  <a:cubicBezTo>
                    <a:pt x="13763" y="29718"/>
                    <a:pt x="12552" y="32213"/>
                    <a:pt x="11451" y="34822"/>
                  </a:cubicBezTo>
                  <a:cubicBezTo>
                    <a:pt x="10460" y="37431"/>
                    <a:pt x="9689" y="40040"/>
                    <a:pt x="9139" y="42762"/>
                  </a:cubicBezTo>
                  <a:lnTo>
                    <a:pt x="5065" y="41968"/>
                  </a:lnTo>
                  <a:lnTo>
                    <a:pt x="9139" y="42762"/>
                  </a:lnTo>
                  <a:cubicBezTo>
                    <a:pt x="8588" y="45484"/>
                    <a:pt x="8368" y="48207"/>
                    <a:pt x="8368" y="51042"/>
                  </a:cubicBezTo>
                  <a:lnTo>
                    <a:pt x="8368" y="740338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550366" y="5373307"/>
            <a:ext cx="4002035" cy="1435157"/>
            <a:chOff x="0" y="0"/>
            <a:chExt cx="2505099" cy="898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9732" y="60716"/>
              <a:ext cx="2405542" cy="776916"/>
            </a:xfrm>
            <a:custGeom>
              <a:avLst/>
              <a:gdLst/>
              <a:ahLst/>
              <a:cxnLst/>
              <a:rect r="r" b="b" t="t" l="l"/>
              <a:pathLst>
                <a:path h="776916" w="2405542">
                  <a:moveTo>
                    <a:pt x="0" y="730731"/>
                  </a:moveTo>
                  <a:lnTo>
                    <a:pt x="0" y="46185"/>
                  </a:lnTo>
                  <a:cubicBezTo>
                    <a:pt x="0" y="43143"/>
                    <a:pt x="278" y="40102"/>
                    <a:pt x="740" y="37173"/>
                  </a:cubicBezTo>
                  <a:cubicBezTo>
                    <a:pt x="1202" y="34244"/>
                    <a:pt x="1941" y="31315"/>
                    <a:pt x="2866" y="28499"/>
                  </a:cubicBezTo>
                  <a:cubicBezTo>
                    <a:pt x="3790" y="25683"/>
                    <a:pt x="4992" y="22980"/>
                    <a:pt x="6379" y="20501"/>
                  </a:cubicBezTo>
                  <a:cubicBezTo>
                    <a:pt x="7765" y="18023"/>
                    <a:pt x="9337" y="15658"/>
                    <a:pt x="11093" y="13517"/>
                  </a:cubicBezTo>
                  <a:cubicBezTo>
                    <a:pt x="12849" y="11377"/>
                    <a:pt x="14790" y="9462"/>
                    <a:pt x="16824" y="7772"/>
                  </a:cubicBezTo>
                  <a:cubicBezTo>
                    <a:pt x="18858" y="6083"/>
                    <a:pt x="21076" y="4618"/>
                    <a:pt x="23387" y="3492"/>
                  </a:cubicBezTo>
                  <a:cubicBezTo>
                    <a:pt x="25698" y="2365"/>
                    <a:pt x="28102" y="1464"/>
                    <a:pt x="30505" y="901"/>
                  </a:cubicBezTo>
                  <a:cubicBezTo>
                    <a:pt x="32909" y="338"/>
                    <a:pt x="35404" y="0"/>
                    <a:pt x="37900" y="0"/>
                  </a:cubicBezTo>
                  <a:lnTo>
                    <a:pt x="2367642" y="0"/>
                  </a:lnTo>
                  <a:cubicBezTo>
                    <a:pt x="2370138" y="0"/>
                    <a:pt x="2372634" y="338"/>
                    <a:pt x="2375037" y="901"/>
                  </a:cubicBezTo>
                  <a:cubicBezTo>
                    <a:pt x="2377441" y="1464"/>
                    <a:pt x="2379844" y="2365"/>
                    <a:pt x="2382155" y="3492"/>
                  </a:cubicBezTo>
                  <a:cubicBezTo>
                    <a:pt x="2384466" y="4618"/>
                    <a:pt x="2386684" y="6083"/>
                    <a:pt x="2388718" y="7772"/>
                  </a:cubicBezTo>
                  <a:cubicBezTo>
                    <a:pt x="2390752" y="9462"/>
                    <a:pt x="2392693" y="11377"/>
                    <a:pt x="2394449" y="13517"/>
                  </a:cubicBezTo>
                  <a:cubicBezTo>
                    <a:pt x="2396206" y="15658"/>
                    <a:pt x="2397777" y="18023"/>
                    <a:pt x="2399164" y="20501"/>
                  </a:cubicBezTo>
                  <a:cubicBezTo>
                    <a:pt x="2400550" y="22980"/>
                    <a:pt x="2401752" y="25683"/>
                    <a:pt x="2402676" y="28499"/>
                  </a:cubicBezTo>
                  <a:cubicBezTo>
                    <a:pt x="2403601" y="31315"/>
                    <a:pt x="2404340" y="34244"/>
                    <a:pt x="2404802" y="37173"/>
                  </a:cubicBezTo>
                  <a:cubicBezTo>
                    <a:pt x="2405265" y="40102"/>
                    <a:pt x="2405542" y="43143"/>
                    <a:pt x="2405542" y="46185"/>
                  </a:cubicBezTo>
                  <a:lnTo>
                    <a:pt x="2405542" y="730731"/>
                  </a:lnTo>
                  <a:cubicBezTo>
                    <a:pt x="2405542" y="733772"/>
                    <a:pt x="2405265" y="736814"/>
                    <a:pt x="2404802" y="739743"/>
                  </a:cubicBezTo>
                  <a:cubicBezTo>
                    <a:pt x="2404340" y="742671"/>
                    <a:pt x="2403601" y="745600"/>
                    <a:pt x="2402676" y="748416"/>
                  </a:cubicBezTo>
                  <a:cubicBezTo>
                    <a:pt x="2401752" y="751232"/>
                    <a:pt x="2400550" y="753936"/>
                    <a:pt x="2399164" y="756414"/>
                  </a:cubicBezTo>
                  <a:cubicBezTo>
                    <a:pt x="2397777" y="758892"/>
                    <a:pt x="2396206" y="761258"/>
                    <a:pt x="2394449" y="763398"/>
                  </a:cubicBezTo>
                  <a:cubicBezTo>
                    <a:pt x="2392693" y="765538"/>
                    <a:pt x="2390752" y="767453"/>
                    <a:pt x="2388718" y="769143"/>
                  </a:cubicBezTo>
                  <a:cubicBezTo>
                    <a:pt x="2386684" y="770833"/>
                    <a:pt x="2384466" y="772297"/>
                    <a:pt x="2382155" y="773424"/>
                  </a:cubicBezTo>
                  <a:cubicBezTo>
                    <a:pt x="2379844" y="774550"/>
                    <a:pt x="2377441" y="775451"/>
                    <a:pt x="2375037" y="776014"/>
                  </a:cubicBezTo>
                  <a:cubicBezTo>
                    <a:pt x="2372634" y="776578"/>
                    <a:pt x="2370138" y="776916"/>
                    <a:pt x="2367642" y="776916"/>
                  </a:cubicBezTo>
                  <a:lnTo>
                    <a:pt x="37993" y="776916"/>
                  </a:lnTo>
                  <a:cubicBezTo>
                    <a:pt x="35497" y="776916"/>
                    <a:pt x="33001" y="776578"/>
                    <a:pt x="30598" y="776014"/>
                  </a:cubicBezTo>
                  <a:cubicBezTo>
                    <a:pt x="28194" y="775451"/>
                    <a:pt x="25791" y="774550"/>
                    <a:pt x="23480" y="773424"/>
                  </a:cubicBezTo>
                  <a:cubicBezTo>
                    <a:pt x="21169" y="772297"/>
                    <a:pt x="18950" y="770833"/>
                    <a:pt x="16917" y="769143"/>
                  </a:cubicBezTo>
                  <a:cubicBezTo>
                    <a:pt x="14883" y="767453"/>
                    <a:pt x="12942" y="765538"/>
                    <a:pt x="11185" y="763398"/>
                  </a:cubicBezTo>
                  <a:cubicBezTo>
                    <a:pt x="9429" y="761258"/>
                    <a:pt x="7858" y="758892"/>
                    <a:pt x="6471" y="756414"/>
                  </a:cubicBezTo>
                  <a:cubicBezTo>
                    <a:pt x="5084" y="753936"/>
                    <a:pt x="3883" y="751232"/>
                    <a:pt x="2958" y="748416"/>
                  </a:cubicBezTo>
                  <a:cubicBezTo>
                    <a:pt x="2034" y="745600"/>
                    <a:pt x="1294" y="742671"/>
                    <a:pt x="832" y="739743"/>
                  </a:cubicBezTo>
                  <a:cubicBezTo>
                    <a:pt x="370" y="736814"/>
                    <a:pt x="93" y="733772"/>
                    <a:pt x="93" y="730731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6127" y="56210"/>
              <a:ext cx="2412845" cy="785927"/>
            </a:xfrm>
            <a:custGeom>
              <a:avLst/>
              <a:gdLst/>
              <a:ahLst/>
              <a:cxnLst/>
              <a:rect r="r" b="b" t="t" l="l"/>
              <a:pathLst>
                <a:path h="785927" w="2412845">
                  <a:moveTo>
                    <a:pt x="93" y="735237"/>
                  </a:moveTo>
                  <a:lnTo>
                    <a:pt x="93" y="50691"/>
                  </a:lnTo>
                  <a:lnTo>
                    <a:pt x="3605" y="50691"/>
                  </a:lnTo>
                  <a:lnTo>
                    <a:pt x="93" y="50691"/>
                  </a:lnTo>
                  <a:cubicBezTo>
                    <a:pt x="93" y="47424"/>
                    <a:pt x="370" y="44044"/>
                    <a:pt x="924" y="40778"/>
                  </a:cubicBezTo>
                  <a:lnTo>
                    <a:pt x="4345" y="41566"/>
                  </a:lnTo>
                  <a:lnTo>
                    <a:pt x="924" y="40778"/>
                  </a:lnTo>
                  <a:cubicBezTo>
                    <a:pt x="1479" y="37511"/>
                    <a:pt x="2219" y="34357"/>
                    <a:pt x="3328" y="31316"/>
                  </a:cubicBezTo>
                  <a:lnTo>
                    <a:pt x="6563" y="32893"/>
                  </a:lnTo>
                  <a:lnTo>
                    <a:pt x="3328" y="31316"/>
                  </a:lnTo>
                  <a:cubicBezTo>
                    <a:pt x="4345" y="28274"/>
                    <a:pt x="5639" y="25345"/>
                    <a:pt x="7118" y="22529"/>
                  </a:cubicBezTo>
                  <a:lnTo>
                    <a:pt x="9984" y="24895"/>
                  </a:lnTo>
                  <a:lnTo>
                    <a:pt x="7118" y="22529"/>
                  </a:lnTo>
                  <a:cubicBezTo>
                    <a:pt x="8597" y="19713"/>
                    <a:pt x="10353" y="17235"/>
                    <a:pt x="12294" y="14869"/>
                  </a:cubicBezTo>
                  <a:lnTo>
                    <a:pt x="14790" y="17911"/>
                  </a:lnTo>
                  <a:lnTo>
                    <a:pt x="12294" y="14869"/>
                  </a:lnTo>
                  <a:cubicBezTo>
                    <a:pt x="14236" y="12504"/>
                    <a:pt x="16362" y="10476"/>
                    <a:pt x="18580" y="8561"/>
                  </a:cubicBezTo>
                  <a:cubicBezTo>
                    <a:pt x="20891" y="6759"/>
                    <a:pt x="23202" y="5182"/>
                    <a:pt x="25791" y="3943"/>
                  </a:cubicBezTo>
                  <a:cubicBezTo>
                    <a:pt x="28286" y="2704"/>
                    <a:pt x="30875" y="1690"/>
                    <a:pt x="33555" y="1014"/>
                  </a:cubicBezTo>
                  <a:cubicBezTo>
                    <a:pt x="36236" y="338"/>
                    <a:pt x="38917" y="0"/>
                    <a:pt x="41690" y="0"/>
                  </a:cubicBezTo>
                  <a:lnTo>
                    <a:pt x="41690" y="4281"/>
                  </a:lnTo>
                  <a:lnTo>
                    <a:pt x="41690" y="113"/>
                  </a:lnTo>
                  <a:lnTo>
                    <a:pt x="2371247" y="113"/>
                  </a:lnTo>
                  <a:lnTo>
                    <a:pt x="2371247" y="4393"/>
                  </a:lnTo>
                  <a:lnTo>
                    <a:pt x="2371247" y="113"/>
                  </a:lnTo>
                  <a:cubicBezTo>
                    <a:pt x="2373928" y="113"/>
                    <a:pt x="2376701" y="451"/>
                    <a:pt x="2379382" y="1127"/>
                  </a:cubicBezTo>
                  <a:lnTo>
                    <a:pt x="2378734" y="5294"/>
                  </a:lnTo>
                  <a:lnTo>
                    <a:pt x="2379382" y="1127"/>
                  </a:lnTo>
                  <a:cubicBezTo>
                    <a:pt x="2382062" y="1802"/>
                    <a:pt x="2384651" y="2704"/>
                    <a:pt x="2387147" y="4055"/>
                  </a:cubicBezTo>
                  <a:cubicBezTo>
                    <a:pt x="2389642" y="5294"/>
                    <a:pt x="2392046" y="6871"/>
                    <a:pt x="2394357" y="8674"/>
                  </a:cubicBezTo>
                  <a:cubicBezTo>
                    <a:pt x="2396575" y="10476"/>
                    <a:pt x="2398701" y="12616"/>
                    <a:pt x="2400642" y="14982"/>
                  </a:cubicBezTo>
                  <a:lnTo>
                    <a:pt x="2398147" y="18023"/>
                  </a:lnTo>
                  <a:lnTo>
                    <a:pt x="2400642" y="14982"/>
                  </a:lnTo>
                  <a:cubicBezTo>
                    <a:pt x="2402584" y="17347"/>
                    <a:pt x="2404248" y="19938"/>
                    <a:pt x="2405819" y="22642"/>
                  </a:cubicBezTo>
                  <a:cubicBezTo>
                    <a:pt x="2407298" y="25458"/>
                    <a:pt x="2408592" y="28274"/>
                    <a:pt x="2409609" y="31428"/>
                  </a:cubicBezTo>
                  <a:lnTo>
                    <a:pt x="2406374" y="33005"/>
                  </a:lnTo>
                  <a:lnTo>
                    <a:pt x="2409609" y="31428"/>
                  </a:lnTo>
                  <a:cubicBezTo>
                    <a:pt x="2410626" y="34470"/>
                    <a:pt x="2411458" y="37624"/>
                    <a:pt x="2412013" y="40890"/>
                  </a:cubicBezTo>
                  <a:lnTo>
                    <a:pt x="2408592" y="41679"/>
                  </a:lnTo>
                  <a:lnTo>
                    <a:pt x="2412013" y="40890"/>
                  </a:lnTo>
                  <a:cubicBezTo>
                    <a:pt x="2412567" y="44157"/>
                    <a:pt x="2412845" y="47424"/>
                    <a:pt x="2412845" y="50803"/>
                  </a:cubicBezTo>
                  <a:lnTo>
                    <a:pt x="2409332" y="50803"/>
                  </a:lnTo>
                  <a:lnTo>
                    <a:pt x="2412845" y="50803"/>
                  </a:lnTo>
                  <a:lnTo>
                    <a:pt x="2412845" y="735237"/>
                  </a:lnTo>
                  <a:lnTo>
                    <a:pt x="2409332" y="735237"/>
                  </a:lnTo>
                  <a:lnTo>
                    <a:pt x="2412845" y="735237"/>
                  </a:lnTo>
                  <a:cubicBezTo>
                    <a:pt x="2412845" y="738504"/>
                    <a:pt x="2412567" y="741883"/>
                    <a:pt x="2412013" y="745150"/>
                  </a:cubicBezTo>
                  <a:lnTo>
                    <a:pt x="2408592" y="744361"/>
                  </a:lnTo>
                  <a:lnTo>
                    <a:pt x="2412013" y="745150"/>
                  </a:lnTo>
                  <a:cubicBezTo>
                    <a:pt x="2411458" y="748416"/>
                    <a:pt x="2410718" y="751571"/>
                    <a:pt x="2409609" y="754612"/>
                  </a:cubicBezTo>
                  <a:lnTo>
                    <a:pt x="2406374" y="753035"/>
                  </a:lnTo>
                  <a:lnTo>
                    <a:pt x="2409609" y="754612"/>
                  </a:lnTo>
                  <a:cubicBezTo>
                    <a:pt x="2408592" y="757653"/>
                    <a:pt x="2407298" y="760582"/>
                    <a:pt x="2405819" y="763398"/>
                  </a:cubicBezTo>
                  <a:cubicBezTo>
                    <a:pt x="2404340" y="766102"/>
                    <a:pt x="2402584" y="768693"/>
                    <a:pt x="2400642" y="771058"/>
                  </a:cubicBezTo>
                  <a:cubicBezTo>
                    <a:pt x="2398701" y="773424"/>
                    <a:pt x="2396575" y="775451"/>
                    <a:pt x="2394357" y="777366"/>
                  </a:cubicBezTo>
                  <a:lnTo>
                    <a:pt x="2392416" y="773874"/>
                  </a:lnTo>
                  <a:lnTo>
                    <a:pt x="2394357" y="777366"/>
                  </a:lnTo>
                  <a:cubicBezTo>
                    <a:pt x="2392138" y="779169"/>
                    <a:pt x="2389735" y="780746"/>
                    <a:pt x="2387147" y="781985"/>
                  </a:cubicBezTo>
                  <a:cubicBezTo>
                    <a:pt x="2384651" y="783224"/>
                    <a:pt x="2382062" y="784238"/>
                    <a:pt x="2379382" y="784914"/>
                  </a:cubicBezTo>
                  <a:cubicBezTo>
                    <a:pt x="2376701" y="785589"/>
                    <a:pt x="2374020" y="785927"/>
                    <a:pt x="2371247" y="785927"/>
                  </a:cubicBezTo>
                  <a:lnTo>
                    <a:pt x="41598" y="785927"/>
                  </a:lnTo>
                  <a:cubicBezTo>
                    <a:pt x="38917" y="785927"/>
                    <a:pt x="36144" y="785589"/>
                    <a:pt x="33463" y="784914"/>
                  </a:cubicBezTo>
                  <a:lnTo>
                    <a:pt x="34110" y="780746"/>
                  </a:lnTo>
                  <a:lnTo>
                    <a:pt x="33463" y="784914"/>
                  </a:lnTo>
                  <a:cubicBezTo>
                    <a:pt x="30782" y="784238"/>
                    <a:pt x="28194" y="783337"/>
                    <a:pt x="25698" y="781985"/>
                  </a:cubicBezTo>
                  <a:cubicBezTo>
                    <a:pt x="23202" y="780746"/>
                    <a:pt x="20799" y="779169"/>
                    <a:pt x="18488" y="777366"/>
                  </a:cubicBezTo>
                  <a:cubicBezTo>
                    <a:pt x="16177" y="775564"/>
                    <a:pt x="14143" y="773424"/>
                    <a:pt x="12202" y="771058"/>
                  </a:cubicBezTo>
                  <a:cubicBezTo>
                    <a:pt x="10261" y="768693"/>
                    <a:pt x="8597" y="766102"/>
                    <a:pt x="7025" y="763398"/>
                  </a:cubicBezTo>
                  <a:lnTo>
                    <a:pt x="9891" y="761033"/>
                  </a:lnTo>
                  <a:lnTo>
                    <a:pt x="7025" y="763398"/>
                  </a:lnTo>
                  <a:cubicBezTo>
                    <a:pt x="5546" y="760582"/>
                    <a:pt x="4252" y="757766"/>
                    <a:pt x="3235" y="754612"/>
                  </a:cubicBezTo>
                  <a:lnTo>
                    <a:pt x="6471" y="753035"/>
                  </a:lnTo>
                  <a:lnTo>
                    <a:pt x="3235" y="754612"/>
                  </a:lnTo>
                  <a:cubicBezTo>
                    <a:pt x="2219" y="751571"/>
                    <a:pt x="1387" y="748416"/>
                    <a:pt x="832" y="745150"/>
                  </a:cubicBezTo>
                  <a:cubicBezTo>
                    <a:pt x="277" y="741883"/>
                    <a:pt x="0" y="738616"/>
                    <a:pt x="0" y="735237"/>
                  </a:cubicBezTo>
                  <a:lnTo>
                    <a:pt x="3513" y="735237"/>
                  </a:lnTo>
                  <a:lnTo>
                    <a:pt x="93" y="735237"/>
                  </a:lnTo>
                  <a:moveTo>
                    <a:pt x="7025" y="735237"/>
                  </a:moveTo>
                  <a:cubicBezTo>
                    <a:pt x="7025" y="738053"/>
                    <a:pt x="7210" y="740757"/>
                    <a:pt x="7673" y="743460"/>
                  </a:cubicBezTo>
                  <a:lnTo>
                    <a:pt x="4252" y="744249"/>
                  </a:lnTo>
                  <a:lnTo>
                    <a:pt x="7673" y="743460"/>
                  </a:lnTo>
                  <a:cubicBezTo>
                    <a:pt x="8135" y="746164"/>
                    <a:pt x="8782" y="748754"/>
                    <a:pt x="9614" y="751345"/>
                  </a:cubicBezTo>
                  <a:cubicBezTo>
                    <a:pt x="10446" y="753936"/>
                    <a:pt x="11555" y="756302"/>
                    <a:pt x="12849" y="758667"/>
                  </a:cubicBezTo>
                  <a:cubicBezTo>
                    <a:pt x="14143" y="760920"/>
                    <a:pt x="15530" y="763060"/>
                    <a:pt x="17101" y="765088"/>
                  </a:cubicBezTo>
                  <a:lnTo>
                    <a:pt x="14605" y="768129"/>
                  </a:lnTo>
                  <a:lnTo>
                    <a:pt x="17101" y="765088"/>
                  </a:lnTo>
                  <a:cubicBezTo>
                    <a:pt x="18673" y="767003"/>
                    <a:pt x="20429" y="768805"/>
                    <a:pt x="22370" y="770270"/>
                  </a:cubicBezTo>
                  <a:lnTo>
                    <a:pt x="20429" y="773762"/>
                  </a:lnTo>
                  <a:lnTo>
                    <a:pt x="22370" y="770270"/>
                  </a:lnTo>
                  <a:cubicBezTo>
                    <a:pt x="24219" y="771847"/>
                    <a:pt x="26253" y="773086"/>
                    <a:pt x="28379" y="774212"/>
                  </a:cubicBezTo>
                  <a:lnTo>
                    <a:pt x="27085" y="778155"/>
                  </a:lnTo>
                  <a:lnTo>
                    <a:pt x="28379" y="774212"/>
                  </a:lnTo>
                  <a:cubicBezTo>
                    <a:pt x="30505" y="775226"/>
                    <a:pt x="32631" y="776015"/>
                    <a:pt x="34850" y="776578"/>
                  </a:cubicBezTo>
                  <a:cubicBezTo>
                    <a:pt x="37068" y="777141"/>
                    <a:pt x="39287" y="777366"/>
                    <a:pt x="41598" y="777366"/>
                  </a:cubicBezTo>
                  <a:lnTo>
                    <a:pt x="41598" y="781534"/>
                  </a:lnTo>
                  <a:lnTo>
                    <a:pt x="41598" y="777366"/>
                  </a:lnTo>
                  <a:lnTo>
                    <a:pt x="2371247" y="777366"/>
                  </a:lnTo>
                  <a:lnTo>
                    <a:pt x="2371247" y="781647"/>
                  </a:lnTo>
                  <a:lnTo>
                    <a:pt x="2371247" y="777479"/>
                  </a:lnTo>
                  <a:cubicBezTo>
                    <a:pt x="2373558" y="777479"/>
                    <a:pt x="2375776" y="777254"/>
                    <a:pt x="2377995" y="776691"/>
                  </a:cubicBezTo>
                  <a:lnTo>
                    <a:pt x="2378642" y="780858"/>
                  </a:lnTo>
                  <a:lnTo>
                    <a:pt x="2377995" y="776691"/>
                  </a:lnTo>
                  <a:cubicBezTo>
                    <a:pt x="2380214" y="776127"/>
                    <a:pt x="2382340" y="775339"/>
                    <a:pt x="2384466" y="774325"/>
                  </a:cubicBezTo>
                  <a:lnTo>
                    <a:pt x="2385760" y="778268"/>
                  </a:lnTo>
                  <a:lnTo>
                    <a:pt x="2384466" y="774325"/>
                  </a:lnTo>
                  <a:cubicBezTo>
                    <a:pt x="2386592" y="773311"/>
                    <a:pt x="2388533" y="771959"/>
                    <a:pt x="2390474" y="770382"/>
                  </a:cubicBezTo>
                  <a:cubicBezTo>
                    <a:pt x="2392323" y="768805"/>
                    <a:pt x="2394079" y="767116"/>
                    <a:pt x="2395743" y="765201"/>
                  </a:cubicBezTo>
                  <a:lnTo>
                    <a:pt x="2398239" y="768242"/>
                  </a:lnTo>
                  <a:lnTo>
                    <a:pt x="2395743" y="765201"/>
                  </a:lnTo>
                  <a:cubicBezTo>
                    <a:pt x="2397315" y="763286"/>
                    <a:pt x="2398794" y="761145"/>
                    <a:pt x="2400088" y="758780"/>
                  </a:cubicBezTo>
                  <a:lnTo>
                    <a:pt x="2402954" y="761145"/>
                  </a:lnTo>
                  <a:lnTo>
                    <a:pt x="2400088" y="758780"/>
                  </a:lnTo>
                  <a:cubicBezTo>
                    <a:pt x="2401382" y="756527"/>
                    <a:pt x="2402399" y="754049"/>
                    <a:pt x="2403323" y="751458"/>
                  </a:cubicBezTo>
                  <a:cubicBezTo>
                    <a:pt x="2404155" y="748867"/>
                    <a:pt x="2404802" y="746276"/>
                    <a:pt x="2405264" y="743573"/>
                  </a:cubicBezTo>
                  <a:cubicBezTo>
                    <a:pt x="2405727" y="740869"/>
                    <a:pt x="2405912" y="738166"/>
                    <a:pt x="2405912" y="735350"/>
                  </a:cubicBezTo>
                  <a:lnTo>
                    <a:pt x="2405912" y="50691"/>
                  </a:lnTo>
                  <a:cubicBezTo>
                    <a:pt x="2405912" y="47874"/>
                    <a:pt x="2405727" y="45171"/>
                    <a:pt x="2405264" y="42467"/>
                  </a:cubicBezTo>
                  <a:cubicBezTo>
                    <a:pt x="2404802" y="39764"/>
                    <a:pt x="2404155" y="37173"/>
                    <a:pt x="2403323" y="34582"/>
                  </a:cubicBezTo>
                  <a:cubicBezTo>
                    <a:pt x="2402491" y="31991"/>
                    <a:pt x="2401382" y="29626"/>
                    <a:pt x="2400088" y="27260"/>
                  </a:cubicBezTo>
                  <a:lnTo>
                    <a:pt x="2402954" y="24895"/>
                  </a:lnTo>
                  <a:lnTo>
                    <a:pt x="2400088" y="27260"/>
                  </a:lnTo>
                  <a:cubicBezTo>
                    <a:pt x="2398794" y="25007"/>
                    <a:pt x="2397407" y="22867"/>
                    <a:pt x="2395743" y="20839"/>
                  </a:cubicBezTo>
                  <a:cubicBezTo>
                    <a:pt x="2394172" y="18925"/>
                    <a:pt x="2392416" y="17122"/>
                    <a:pt x="2390474" y="15658"/>
                  </a:cubicBezTo>
                  <a:lnTo>
                    <a:pt x="2392416" y="12166"/>
                  </a:lnTo>
                  <a:lnTo>
                    <a:pt x="2390474" y="15658"/>
                  </a:lnTo>
                  <a:cubicBezTo>
                    <a:pt x="2388626" y="14081"/>
                    <a:pt x="2386592" y="12842"/>
                    <a:pt x="2384466" y="11715"/>
                  </a:cubicBezTo>
                  <a:lnTo>
                    <a:pt x="2385760" y="7773"/>
                  </a:lnTo>
                  <a:lnTo>
                    <a:pt x="2384466" y="11715"/>
                  </a:lnTo>
                  <a:cubicBezTo>
                    <a:pt x="2382340" y="10701"/>
                    <a:pt x="2380214" y="9913"/>
                    <a:pt x="2377995" y="9350"/>
                  </a:cubicBezTo>
                  <a:cubicBezTo>
                    <a:pt x="2375776" y="8786"/>
                    <a:pt x="2373558" y="8561"/>
                    <a:pt x="2371247" y="8561"/>
                  </a:cubicBezTo>
                  <a:lnTo>
                    <a:pt x="41598" y="8561"/>
                  </a:lnTo>
                  <a:cubicBezTo>
                    <a:pt x="39287" y="8561"/>
                    <a:pt x="37068" y="8786"/>
                    <a:pt x="34850" y="9350"/>
                  </a:cubicBezTo>
                  <a:lnTo>
                    <a:pt x="34203" y="5182"/>
                  </a:lnTo>
                  <a:lnTo>
                    <a:pt x="34850" y="9350"/>
                  </a:lnTo>
                  <a:cubicBezTo>
                    <a:pt x="32631" y="9913"/>
                    <a:pt x="30505" y="10701"/>
                    <a:pt x="28379" y="11715"/>
                  </a:cubicBezTo>
                  <a:lnTo>
                    <a:pt x="27085" y="7773"/>
                  </a:lnTo>
                  <a:lnTo>
                    <a:pt x="28379" y="11715"/>
                  </a:lnTo>
                  <a:cubicBezTo>
                    <a:pt x="26253" y="12729"/>
                    <a:pt x="24312" y="14081"/>
                    <a:pt x="22370" y="15658"/>
                  </a:cubicBezTo>
                  <a:lnTo>
                    <a:pt x="20429" y="12166"/>
                  </a:lnTo>
                  <a:lnTo>
                    <a:pt x="22370" y="15658"/>
                  </a:lnTo>
                  <a:cubicBezTo>
                    <a:pt x="20522" y="17235"/>
                    <a:pt x="18765" y="18925"/>
                    <a:pt x="17101" y="20839"/>
                  </a:cubicBezTo>
                  <a:cubicBezTo>
                    <a:pt x="15530" y="22754"/>
                    <a:pt x="14051" y="24895"/>
                    <a:pt x="12849" y="27260"/>
                  </a:cubicBezTo>
                  <a:cubicBezTo>
                    <a:pt x="11555" y="29513"/>
                    <a:pt x="10538" y="31991"/>
                    <a:pt x="9614" y="34582"/>
                  </a:cubicBezTo>
                  <a:cubicBezTo>
                    <a:pt x="8689" y="37173"/>
                    <a:pt x="8135" y="39764"/>
                    <a:pt x="7673" y="42467"/>
                  </a:cubicBezTo>
                  <a:cubicBezTo>
                    <a:pt x="7210" y="45171"/>
                    <a:pt x="7025" y="47874"/>
                    <a:pt x="7025" y="50691"/>
                  </a:cubicBezTo>
                  <a:lnTo>
                    <a:pt x="7025" y="73523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832998" y="5373307"/>
            <a:ext cx="4255595" cy="1314431"/>
            <a:chOff x="0" y="0"/>
            <a:chExt cx="2663816" cy="822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2737" y="55608"/>
              <a:ext cx="2558244" cy="711561"/>
            </a:xfrm>
            <a:custGeom>
              <a:avLst/>
              <a:gdLst/>
              <a:ahLst/>
              <a:cxnLst/>
              <a:rect r="r" b="b" t="t" l="l"/>
              <a:pathLst>
                <a:path h="711561" w="2558244">
                  <a:moveTo>
                    <a:pt x="0" y="669262"/>
                  </a:moveTo>
                  <a:lnTo>
                    <a:pt x="0" y="42300"/>
                  </a:lnTo>
                  <a:cubicBezTo>
                    <a:pt x="0" y="39514"/>
                    <a:pt x="294" y="36729"/>
                    <a:pt x="784" y="34046"/>
                  </a:cubicBezTo>
                  <a:cubicBezTo>
                    <a:pt x="1274" y="31364"/>
                    <a:pt x="2059" y="28682"/>
                    <a:pt x="3039" y="26102"/>
                  </a:cubicBezTo>
                  <a:cubicBezTo>
                    <a:pt x="4019" y="23523"/>
                    <a:pt x="5294" y="21047"/>
                    <a:pt x="6764" y="18777"/>
                  </a:cubicBezTo>
                  <a:cubicBezTo>
                    <a:pt x="8234" y="16508"/>
                    <a:pt x="9901" y="14341"/>
                    <a:pt x="11763" y="12381"/>
                  </a:cubicBezTo>
                  <a:cubicBezTo>
                    <a:pt x="13626" y="10421"/>
                    <a:pt x="15684" y="8667"/>
                    <a:pt x="17841" y="7119"/>
                  </a:cubicBezTo>
                  <a:cubicBezTo>
                    <a:pt x="19997" y="5572"/>
                    <a:pt x="22350" y="4230"/>
                    <a:pt x="24800" y="3199"/>
                  </a:cubicBezTo>
                  <a:cubicBezTo>
                    <a:pt x="27251" y="2167"/>
                    <a:pt x="29800" y="1342"/>
                    <a:pt x="32348" y="826"/>
                  </a:cubicBezTo>
                  <a:cubicBezTo>
                    <a:pt x="34897" y="310"/>
                    <a:pt x="37544" y="0"/>
                    <a:pt x="40190" y="0"/>
                  </a:cubicBezTo>
                  <a:lnTo>
                    <a:pt x="2518054" y="0"/>
                  </a:lnTo>
                  <a:cubicBezTo>
                    <a:pt x="2520700" y="0"/>
                    <a:pt x="2523347" y="310"/>
                    <a:pt x="2525896" y="826"/>
                  </a:cubicBezTo>
                  <a:cubicBezTo>
                    <a:pt x="2528444" y="1342"/>
                    <a:pt x="2530993" y="2167"/>
                    <a:pt x="2533444" y="3199"/>
                  </a:cubicBezTo>
                  <a:cubicBezTo>
                    <a:pt x="2535894" y="4230"/>
                    <a:pt x="2538247" y="5572"/>
                    <a:pt x="2540403" y="7119"/>
                  </a:cubicBezTo>
                  <a:cubicBezTo>
                    <a:pt x="2542560" y="8667"/>
                    <a:pt x="2544618" y="10421"/>
                    <a:pt x="2546481" y="12381"/>
                  </a:cubicBezTo>
                  <a:cubicBezTo>
                    <a:pt x="2548343" y="14341"/>
                    <a:pt x="2550010" y="16508"/>
                    <a:pt x="2551480" y="18777"/>
                  </a:cubicBezTo>
                  <a:cubicBezTo>
                    <a:pt x="2552950" y="21047"/>
                    <a:pt x="2554225" y="23523"/>
                    <a:pt x="2555205" y="26102"/>
                  </a:cubicBezTo>
                  <a:cubicBezTo>
                    <a:pt x="2556185" y="28682"/>
                    <a:pt x="2556969" y="31364"/>
                    <a:pt x="2557459" y="34046"/>
                  </a:cubicBezTo>
                  <a:cubicBezTo>
                    <a:pt x="2557950" y="36729"/>
                    <a:pt x="2558244" y="39514"/>
                    <a:pt x="2558244" y="42300"/>
                  </a:cubicBezTo>
                  <a:lnTo>
                    <a:pt x="2558244" y="669262"/>
                  </a:lnTo>
                  <a:cubicBezTo>
                    <a:pt x="2558244" y="672047"/>
                    <a:pt x="2557950" y="674833"/>
                    <a:pt x="2557459" y="677515"/>
                  </a:cubicBezTo>
                  <a:cubicBezTo>
                    <a:pt x="2556969" y="680198"/>
                    <a:pt x="2556185" y="682880"/>
                    <a:pt x="2555205" y="685459"/>
                  </a:cubicBezTo>
                  <a:cubicBezTo>
                    <a:pt x="2554225" y="688039"/>
                    <a:pt x="2552950" y="690515"/>
                    <a:pt x="2551480" y="692784"/>
                  </a:cubicBezTo>
                  <a:cubicBezTo>
                    <a:pt x="2550010" y="695054"/>
                    <a:pt x="2548343" y="697221"/>
                    <a:pt x="2546481" y="699181"/>
                  </a:cubicBezTo>
                  <a:cubicBezTo>
                    <a:pt x="2544618" y="701141"/>
                    <a:pt x="2542560" y="702895"/>
                    <a:pt x="2540403" y="704443"/>
                  </a:cubicBezTo>
                  <a:cubicBezTo>
                    <a:pt x="2538247" y="705990"/>
                    <a:pt x="2535894" y="707331"/>
                    <a:pt x="2533444" y="708363"/>
                  </a:cubicBezTo>
                  <a:cubicBezTo>
                    <a:pt x="2530993" y="709395"/>
                    <a:pt x="2528444" y="710220"/>
                    <a:pt x="2525896" y="710736"/>
                  </a:cubicBezTo>
                  <a:cubicBezTo>
                    <a:pt x="2523347" y="711252"/>
                    <a:pt x="2520700" y="711561"/>
                    <a:pt x="2518054" y="711561"/>
                  </a:cubicBezTo>
                  <a:lnTo>
                    <a:pt x="40288" y="711561"/>
                  </a:lnTo>
                  <a:cubicBezTo>
                    <a:pt x="37642" y="711561"/>
                    <a:pt x="34995" y="711252"/>
                    <a:pt x="32446" y="710736"/>
                  </a:cubicBezTo>
                  <a:cubicBezTo>
                    <a:pt x="29898" y="710220"/>
                    <a:pt x="27349" y="709395"/>
                    <a:pt x="24898" y="708363"/>
                  </a:cubicBezTo>
                  <a:cubicBezTo>
                    <a:pt x="22448" y="707331"/>
                    <a:pt x="20095" y="705990"/>
                    <a:pt x="17939" y="704443"/>
                  </a:cubicBezTo>
                  <a:cubicBezTo>
                    <a:pt x="15782" y="702895"/>
                    <a:pt x="13724" y="701141"/>
                    <a:pt x="11861" y="699181"/>
                  </a:cubicBezTo>
                  <a:cubicBezTo>
                    <a:pt x="9999" y="697221"/>
                    <a:pt x="8332" y="695054"/>
                    <a:pt x="6862" y="692784"/>
                  </a:cubicBezTo>
                  <a:cubicBezTo>
                    <a:pt x="5392" y="690515"/>
                    <a:pt x="4117" y="688039"/>
                    <a:pt x="3137" y="685459"/>
                  </a:cubicBezTo>
                  <a:cubicBezTo>
                    <a:pt x="2157" y="682880"/>
                    <a:pt x="1373" y="680198"/>
                    <a:pt x="882" y="677515"/>
                  </a:cubicBezTo>
                  <a:cubicBezTo>
                    <a:pt x="392" y="674833"/>
                    <a:pt x="98" y="672047"/>
                    <a:pt x="98" y="669262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8914" y="51482"/>
              <a:ext cx="2565987" cy="719814"/>
            </a:xfrm>
            <a:custGeom>
              <a:avLst/>
              <a:gdLst/>
              <a:ahLst/>
              <a:cxnLst/>
              <a:rect r="r" b="b" t="t" l="l"/>
              <a:pathLst>
                <a:path h="719814" w="2565987">
                  <a:moveTo>
                    <a:pt x="98" y="673388"/>
                  </a:moveTo>
                  <a:lnTo>
                    <a:pt x="98" y="46426"/>
                  </a:lnTo>
                  <a:lnTo>
                    <a:pt x="3823" y="46426"/>
                  </a:lnTo>
                  <a:lnTo>
                    <a:pt x="98" y="46426"/>
                  </a:lnTo>
                  <a:cubicBezTo>
                    <a:pt x="98" y="43434"/>
                    <a:pt x="392" y="40339"/>
                    <a:pt x="980" y="37347"/>
                  </a:cubicBezTo>
                  <a:cubicBezTo>
                    <a:pt x="1569" y="34355"/>
                    <a:pt x="2353" y="31466"/>
                    <a:pt x="3529" y="28681"/>
                  </a:cubicBezTo>
                  <a:lnTo>
                    <a:pt x="6960" y="30125"/>
                  </a:lnTo>
                  <a:lnTo>
                    <a:pt x="3529" y="28681"/>
                  </a:lnTo>
                  <a:cubicBezTo>
                    <a:pt x="4607" y="25895"/>
                    <a:pt x="5980" y="23213"/>
                    <a:pt x="7548" y="20634"/>
                  </a:cubicBezTo>
                  <a:cubicBezTo>
                    <a:pt x="9117" y="18054"/>
                    <a:pt x="10979" y="15785"/>
                    <a:pt x="13037" y="13618"/>
                  </a:cubicBezTo>
                  <a:lnTo>
                    <a:pt x="15684" y="16404"/>
                  </a:lnTo>
                  <a:lnTo>
                    <a:pt x="13037" y="13618"/>
                  </a:lnTo>
                  <a:cubicBezTo>
                    <a:pt x="15096" y="11451"/>
                    <a:pt x="17351" y="9594"/>
                    <a:pt x="19703" y="7841"/>
                  </a:cubicBezTo>
                  <a:lnTo>
                    <a:pt x="21762" y="11039"/>
                  </a:lnTo>
                  <a:lnTo>
                    <a:pt x="19703" y="7841"/>
                  </a:lnTo>
                  <a:cubicBezTo>
                    <a:pt x="22056" y="6190"/>
                    <a:pt x="24604" y="4745"/>
                    <a:pt x="27349" y="3611"/>
                  </a:cubicBezTo>
                  <a:cubicBezTo>
                    <a:pt x="29996" y="2476"/>
                    <a:pt x="32740" y="1547"/>
                    <a:pt x="35583" y="928"/>
                  </a:cubicBezTo>
                  <a:cubicBezTo>
                    <a:pt x="38426" y="309"/>
                    <a:pt x="41269" y="0"/>
                    <a:pt x="44209" y="0"/>
                  </a:cubicBezTo>
                  <a:lnTo>
                    <a:pt x="44209" y="3920"/>
                  </a:lnTo>
                  <a:lnTo>
                    <a:pt x="44209" y="103"/>
                  </a:lnTo>
                  <a:lnTo>
                    <a:pt x="2521877" y="103"/>
                  </a:lnTo>
                  <a:lnTo>
                    <a:pt x="2521877" y="4023"/>
                  </a:lnTo>
                  <a:lnTo>
                    <a:pt x="2521877" y="103"/>
                  </a:lnTo>
                  <a:cubicBezTo>
                    <a:pt x="2524719" y="103"/>
                    <a:pt x="2527660" y="412"/>
                    <a:pt x="2530503" y="1031"/>
                  </a:cubicBezTo>
                  <a:cubicBezTo>
                    <a:pt x="2533346" y="1650"/>
                    <a:pt x="2536090" y="2476"/>
                    <a:pt x="2538737" y="3714"/>
                  </a:cubicBezTo>
                  <a:cubicBezTo>
                    <a:pt x="2541383" y="4849"/>
                    <a:pt x="2543932" y="6293"/>
                    <a:pt x="2546383" y="7944"/>
                  </a:cubicBezTo>
                  <a:cubicBezTo>
                    <a:pt x="2548735" y="9594"/>
                    <a:pt x="2550990" y="11555"/>
                    <a:pt x="2553048" y="13721"/>
                  </a:cubicBezTo>
                  <a:lnTo>
                    <a:pt x="2550402" y="16507"/>
                  </a:lnTo>
                  <a:lnTo>
                    <a:pt x="2553048" y="13721"/>
                  </a:lnTo>
                  <a:cubicBezTo>
                    <a:pt x="2555107" y="15888"/>
                    <a:pt x="2556872" y="18261"/>
                    <a:pt x="2558538" y="20737"/>
                  </a:cubicBezTo>
                  <a:cubicBezTo>
                    <a:pt x="2560106" y="23316"/>
                    <a:pt x="2561479" y="25895"/>
                    <a:pt x="2562557" y="28784"/>
                  </a:cubicBezTo>
                  <a:lnTo>
                    <a:pt x="2559126" y="30228"/>
                  </a:lnTo>
                  <a:lnTo>
                    <a:pt x="2562557" y="28784"/>
                  </a:lnTo>
                  <a:cubicBezTo>
                    <a:pt x="2563635" y="31570"/>
                    <a:pt x="2564517" y="34458"/>
                    <a:pt x="2565106" y="37450"/>
                  </a:cubicBezTo>
                  <a:cubicBezTo>
                    <a:pt x="2565694" y="40442"/>
                    <a:pt x="2565988" y="43434"/>
                    <a:pt x="2565988" y="46529"/>
                  </a:cubicBezTo>
                  <a:lnTo>
                    <a:pt x="2565988" y="673388"/>
                  </a:lnTo>
                  <a:cubicBezTo>
                    <a:pt x="2565988" y="676380"/>
                    <a:pt x="2565694" y="679475"/>
                    <a:pt x="2565106" y="682467"/>
                  </a:cubicBezTo>
                  <a:cubicBezTo>
                    <a:pt x="2564517" y="685459"/>
                    <a:pt x="2563733" y="688347"/>
                    <a:pt x="2562557" y="691133"/>
                  </a:cubicBezTo>
                  <a:lnTo>
                    <a:pt x="2559126" y="689689"/>
                  </a:lnTo>
                  <a:lnTo>
                    <a:pt x="2562557" y="691133"/>
                  </a:lnTo>
                  <a:cubicBezTo>
                    <a:pt x="2561479" y="693918"/>
                    <a:pt x="2560106" y="696601"/>
                    <a:pt x="2558538" y="699180"/>
                  </a:cubicBezTo>
                  <a:lnTo>
                    <a:pt x="2555499" y="697014"/>
                  </a:lnTo>
                  <a:lnTo>
                    <a:pt x="2558538" y="699180"/>
                  </a:lnTo>
                  <a:cubicBezTo>
                    <a:pt x="2556969" y="701656"/>
                    <a:pt x="2555107" y="704029"/>
                    <a:pt x="2553048" y="706196"/>
                  </a:cubicBezTo>
                  <a:cubicBezTo>
                    <a:pt x="2550990" y="708362"/>
                    <a:pt x="2548735" y="710219"/>
                    <a:pt x="2546383" y="711973"/>
                  </a:cubicBezTo>
                  <a:cubicBezTo>
                    <a:pt x="2543932" y="713624"/>
                    <a:pt x="2541482" y="715068"/>
                    <a:pt x="2538737" y="716203"/>
                  </a:cubicBezTo>
                  <a:cubicBezTo>
                    <a:pt x="2536090" y="717338"/>
                    <a:pt x="2533346" y="718267"/>
                    <a:pt x="2530503" y="718886"/>
                  </a:cubicBezTo>
                  <a:cubicBezTo>
                    <a:pt x="2527660" y="719505"/>
                    <a:pt x="2524817" y="719814"/>
                    <a:pt x="2521877" y="719814"/>
                  </a:cubicBezTo>
                  <a:lnTo>
                    <a:pt x="44111" y="719814"/>
                  </a:lnTo>
                  <a:cubicBezTo>
                    <a:pt x="41269" y="719814"/>
                    <a:pt x="38328" y="719505"/>
                    <a:pt x="35485" y="718886"/>
                  </a:cubicBezTo>
                  <a:cubicBezTo>
                    <a:pt x="32642" y="718267"/>
                    <a:pt x="29898" y="717441"/>
                    <a:pt x="27251" y="716203"/>
                  </a:cubicBezTo>
                  <a:lnTo>
                    <a:pt x="28623" y="712592"/>
                  </a:lnTo>
                  <a:lnTo>
                    <a:pt x="27251" y="716203"/>
                  </a:lnTo>
                  <a:cubicBezTo>
                    <a:pt x="24604" y="715068"/>
                    <a:pt x="22056" y="713624"/>
                    <a:pt x="19605" y="711973"/>
                  </a:cubicBezTo>
                  <a:lnTo>
                    <a:pt x="21664" y="708775"/>
                  </a:lnTo>
                  <a:lnTo>
                    <a:pt x="19605" y="711973"/>
                  </a:lnTo>
                  <a:cubicBezTo>
                    <a:pt x="17155" y="710322"/>
                    <a:pt x="14998" y="708362"/>
                    <a:pt x="12939" y="706196"/>
                  </a:cubicBezTo>
                  <a:lnTo>
                    <a:pt x="15586" y="703410"/>
                  </a:lnTo>
                  <a:lnTo>
                    <a:pt x="12939" y="706196"/>
                  </a:lnTo>
                  <a:cubicBezTo>
                    <a:pt x="10881" y="704029"/>
                    <a:pt x="9117" y="701656"/>
                    <a:pt x="7450" y="699180"/>
                  </a:cubicBezTo>
                  <a:cubicBezTo>
                    <a:pt x="5882" y="696601"/>
                    <a:pt x="4509" y="694022"/>
                    <a:pt x="3431" y="691133"/>
                  </a:cubicBezTo>
                  <a:lnTo>
                    <a:pt x="6862" y="689689"/>
                  </a:lnTo>
                  <a:lnTo>
                    <a:pt x="3431" y="691133"/>
                  </a:lnTo>
                  <a:cubicBezTo>
                    <a:pt x="2353" y="688347"/>
                    <a:pt x="1471" y="685459"/>
                    <a:pt x="882" y="682467"/>
                  </a:cubicBezTo>
                  <a:cubicBezTo>
                    <a:pt x="294" y="679475"/>
                    <a:pt x="0" y="676483"/>
                    <a:pt x="0" y="673388"/>
                  </a:cubicBezTo>
                  <a:lnTo>
                    <a:pt x="3627" y="673388"/>
                  </a:lnTo>
                  <a:lnTo>
                    <a:pt x="98" y="673388"/>
                  </a:lnTo>
                  <a:moveTo>
                    <a:pt x="7450" y="673388"/>
                  </a:moveTo>
                  <a:cubicBezTo>
                    <a:pt x="7450" y="675967"/>
                    <a:pt x="7646" y="678443"/>
                    <a:pt x="8136" y="680919"/>
                  </a:cubicBezTo>
                  <a:lnTo>
                    <a:pt x="4509" y="681641"/>
                  </a:lnTo>
                  <a:lnTo>
                    <a:pt x="8136" y="680919"/>
                  </a:lnTo>
                  <a:cubicBezTo>
                    <a:pt x="8626" y="683395"/>
                    <a:pt x="9313" y="685768"/>
                    <a:pt x="10195" y="688141"/>
                  </a:cubicBezTo>
                  <a:cubicBezTo>
                    <a:pt x="11077" y="690514"/>
                    <a:pt x="12253" y="692680"/>
                    <a:pt x="13626" y="694847"/>
                  </a:cubicBezTo>
                  <a:lnTo>
                    <a:pt x="10587" y="697014"/>
                  </a:lnTo>
                  <a:lnTo>
                    <a:pt x="13626" y="694847"/>
                  </a:lnTo>
                  <a:cubicBezTo>
                    <a:pt x="14998" y="696910"/>
                    <a:pt x="16468" y="698871"/>
                    <a:pt x="18135" y="700728"/>
                  </a:cubicBezTo>
                  <a:cubicBezTo>
                    <a:pt x="19801" y="702482"/>
                    <a:pt x="21664" y="704132"/>
                    <a:pt x="23722" y="705473"/>
                  </a:cubicBezTo>
                  <a:cubicBezTo>
                    <a:pt x="25683" y="706918"/>
                    <a:pt x="27839" y="708053"/>
                    <a:pt x="30094" y="709084"/>
                  </a:cubicBezTo>
                  <a:cubicBezTo>
                    <a:pt x="32348" y="710013"/>
                    <a:pt x="34603" y="710735"/>
                    <a:pt x="36955" y="711251"/>
                  </a:cubicBezTo>
                  <a:lnTo>
                    <a:pt x="36269" y="715068"/>
                  </a:lnTo>
                  <a:lnTo>
                    <a:pt x="36955" y="711251"/>
                  </a:lnTo>
                  <a:cubicBezTo>
                    <a:pt x="39308" y="711767"/>
                    <a:pt x="41661" y="711973"/>
                    <a:pt x="44111" y="711973"/>
                  </a:cubicBezTo>
                  <a:lnTo>
                    <a:pt x="44111" y="715790"/>
                  </a:lnTo>
                  <a:lnTo>
                    <a:pt x="44111" y="711973"/>
                  </a:lnTo>
                  <a:lnTo>
                    <a:pt x="2521877" y="711973"/>
                  </a:lnTo>
                  <a:lnTo>
                    <a:pt x="2521877" y="715894"/>
                  </a:lnTo>
                  <a:lnTo>
                    <a:pt x="2521877" y="712076"/>
                  </a:lnTo>
                  <a:cubicBezTo>
                    <a:pt x="2524327" y="712076"/>
                    <a:pt x="2526680" y="711870"/>
                    <a:pt x="2529033" y="711354"/>
                  </a:cubicBezTo>
                  <a:lnTo>
                    <a:pt x="2529719" y="715171"/>
                  </a:lnTo>
                  <a:lnTo>
                    <a:pt x="2529033" y="711354"/>
                  </a:lnTo>
                  <a:cubicBezTo>
                    <a:pt x="2531385" y="710838"/>
                    <a:pt x="2533640" y="710116"/>
                    <a:pt x="2535894" y="709188"/>
                  </a:cubicBezTo>
                  <a:lnTo>
                    <a:pt x="2537267" y="712799"/>
                  </a:lnTo>
                  <a:lnTo>
                    <a:pt x="2535894" y="709188"/>
                  </a:lnTo>
                  <a:cubicBezTo>
                    <a:pt x="2538149" y="708259"/>
                    <a:pt x="2540207" y="707021"/>
                    <a:pt x="2542266" y="705577"/>
                  </a:cubicBezTo>
                  <a:lnTo>
                    <a:pt x="2544324" y="708775"/>
                  </a:lnTo>
                  <a:lnTo>
                    <a:pt x="2542266" y="705577"/>
                  </a:lnTo>
                  <a:cubicBezTo>
                    <a:pt x="2544226" y="704132"/>
                    <a:pt x="2546089" y="702585"/>
                    <a:pt x="2547853" y="700831"/>
                  </a:cubicBezTo>
                  <a:lnTo>
                    <a:pt x="2550500" y="703616"/>
                  </a:lnTo>
                  <a:lnTo>
                    <a:pt x="2547853" y="700831"/>
                  </a:lnTo>
                  <a:cubicBezTo>
                    <a:pt x="2549520" y="699077"/>
                    <a:pt x="2551088" y="697117"/>
                    <a:pt x="2552362" y="694950"/>
                  </a:cubicBezTo>
                  <a:cubicBezTo>
                    <a:pt x="2553636" y="692784"/>
                    <a:pt x="2554813" y="690617"/>
                    <a:pt x="2555793" y="688244"/>
                  </a:cubicBezTo>
                  <a:cubicBezTo>
                    <a:pt x="2556675" y="685871"/>
                    <a:pt x="2557361" y="683498"/>
                    <a:pt x="2557852" y="681022"/>
                  </a:cubicBezTo>
                  <a:lnTo>
                    <a:pt x="2561479" y="681744"/>
                  </a:lnTo>
                  <a:lnTo>
                    <a:pt x="2557852" y="681022"/>
                  </a:lnTo>
                  <a:cubicBezTo>
                    <a:pt x="2558342" y="678546"/>
                    <a:pt x="2558538" y="676070"/>
                    <a:pt x="2558538" y="673491"/>
                  </a:cubicBezTo>
                  <a:lnTo>
                    <a:pt x="2562165" y="673491"/>
                  </a:lnTo>
                  <a:lnTo>
                    <a:pt x="2558538" y="673491"/>
                  </a:lnTo>
                  <a:lnTo>
                    <a:pt x="2558538" y="46426"/>
                  </a:lnTo>
                  <a:lnTo>
                    <a:pt x="2562263" y="46426"/>
                  </a:lnTo>
                  <a:lnTo>
                    <a:pt x="2558636" y="46426"/>
                  </a:lnTo>
                  <a:cubicBezTo>
                    <a:pt x="2558636" y="43847"/>
                    <a:pt x="2558440" y="41371"/>
                    <a:pt x="2557950" y="38895"/>
                  </a:cubicBezTo>
                  <a:lnTo>
                    <a:pt x="2561576" y="38172"/>
                  </a:lnTo>
                  <a:lnTo>
                    <a:pt x="2557950" y="38895"/>
                  </a:lnTo>
                  <a:cubicBezTo>
                    <a:pt x="2557460" y="36419"/>
                    <a:pt x="2556773" y="34046"/>
                    <a:pt x="2555891" y="31673"/>
                  </a:cubicBezTo>
                  <a:cubicBezTo>
                    <a:pt x="2555009" y="29300"/>
                    <a:pt x="2553832" y="27133"/>
                    <a:pt x="2552460" y="24967"/>
                  </a:cubicBezTo>
                  <a:lnTo>
                    <a:pt x="2555499" y="22800"/>
                  </a:lnTo>
                  <a:lnTo>
                    <a:pt x="2552460" y="24967"/>
                  </a:lnTo>
                  <a:cubicBezTo>
                    <a:pt x="2551088" y="22903"/>
                    <a:pt x="2549618" y="20943"/>
                    <a:pt x="2547951" y="19086"/>
                  </a:cubicBezTo>
                  <a:cubicBezTo>
                    <a:pt x="2546285" y="17332"/>
                    <a:pt x="2544422" y="15681"/>
                    <a:pt x="2542364" y="14237"/>
                  </a:cubicBezTo>
                  <a:lnTo>
                    <a:pt x="2544422" y="11039"/>
                  </a:lnTo>
                  <a:lnTo>
                    <a:pt x="2542364" y="14237"/>
                  </a:lnTo>
                  <a:cubicBezTo>
                    <a:pt x="2540403" y="12793"/>
                    <a:pt x="2538246" y="11658"/>
                    <a:pt x="2535992" y="10626"/>
                  </a:cubicBezTo>
                  <a:lnTo>
                    <a:pt x="2537364" y="7015"/>
                  </a:lnTo>
                  <a:lnTo>
                    <a:pt x="2535992" y="10626"/>
                  </a:lnTo>
                  <a:cubicBezTo>
                    <a:pt x="2533737" y="9698"/>
                    <a:pt x="2531483" y="8975"/>
                    <a:pt x="2529130" y="8460"/>
                  </a:cubicBezTo>
                  <a:lnTo>
                    <a:pt x="2529817" y="4642"/>
                  </a:lnTo>
                  <a:lnTo>
                    <a:pt x="2529130" y="8460"/>
                  </a:lnTo>
                  <a:cubicBezTo>
                    <a:pt x="2526778" y="7944"/>
                    <a:pt x="2524425" y="7737"/>
                    <a:pt x="2521974" y="7737"/>
                  </a:cubicBezTo>
                  <a:lnTo>
                    <a:pt x="44111" y="7737"/>
                  </a:lnTo>
                  <a:cubicBezTo>
                    <a:pt x="41661" y="7737"/>
                    <a:pt x="39308" y="7944"/>
                    <a:pt x="36955" y="8460"/>
                  </a:cubicBezTo>
                  <a:lnTo>
                    <a:pt x="36269" y="4642"/>
                  </a:lnTo>
                  <a:lnTo>
                    <a:pt x="36955" y="8460"/>
                  </a:lnTo>
                  <a:cubicBezTo>
                    <a:pt x="34603" y="8975"/>
                    <a:pt x="32348" y="9698"/>
                    <a:pt x="30094" y="10626"/>
                  </a:cubicBezTo>
                  <a:lnTo>
                    <a:pt x="28721" y="7015"/>
                  </a:lnTo>
                  <a:lnTo>
                    <a:pt x="30094" y="10626"/>
                  </a:lnTo>
                  <a:cubicBezTo>
                    <a:pt x="27839" y="11555"/>
                    <a:pt x="25781" y="12793"/>
                    <a:pt x="23722" y="14237"/>
                  </a:cubicBezTo>
                  <a:cubicBezTo>
                    <a:pt x="21762" y="15681"/>
                    <a:pt x="19899" y="17229"/>
                    <a:pt x="18135" y="18983"/>
                  </a:cubicBezTo>
                  <a:cubicBezTo>
                    <a:pt x="16468" y="20737"/>
                    <a:pt x="14900" y="22697"/>
                    <a:pt x="13626" y="24864"/>
                  </a:cubicBezTo>
                  <a:lnTo>
                    <a:pt x="10587" y="22800"/>
                  </a:lnTo>
                  <a:lnTo>
                    <a:pt x="13626" y="24967"/>
                  </a:lnTo>
                  <a:cubicBezTo>
                    <a:pt x="12253" y="27030"/>
                    <a:pt x="11175" y="29300"/>
                    <a:pt x="10195" y="31673"/>
                  </a:cubicBezTo>
                  <a:cubicBezTo>
                    <a:pt x="9215" y="34046"/>
                    <a:pt x="8626" y="36419"/>
                    <a:pt x="8136" y="38895"/>
                  </a:cubicBezTo>
                  <a:lnTo>
                    <a:pt x="4509" y="38172"/>
                  </a:lnTo>
                  <a:lnTo>
                    <a:pt x="8136" y="38895"/>
                  </a:lnTo>
                  <a:cubicBezTo>
                    <a:pt x="7646" y="41371"/>
                    <a:pt x="7450" y="43847"/>
                    <a:pt x="7450" y="46426"/>
                  </a:cubicBezTo>
                  <a:lnTo>
                    <a:pt x="7450" y="673388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85043" y="5373307"/>
            <a:ext cx="4067002" cy="1435157"/>
            <a:chOff x="0" y="0"/>
            <a:chExt cx="3815095" cy="13462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5739" y="90989"/>
              <a:ext cx="3663477" cy="1164290"/>
            </a:xfrm>
            <a:custGeom>
              <a:avLst/>
              <a:gdLst/>
              <a:ahLst/>
              <a:cxnLst/>
              <a:rect r="r" b="b" t="t" l="l"/>
              <a:pathLst>
                <a:path h="1164290" w="3663477">
                  <a:moveTo>
                    <a:pt x="0" y="1095077"/>
                  </a:moveTo>
                  <a:lnTo>
                    <a:pt x="0" y="69213"/>
                  </a:lnTo>
                  <a:cubicBezTo>
                    <a:pt x="0" y="64655"/>
                    <a:pt x="422" y="60097"/>
                    <a:pt x="1126" y="55708"/>
                  </a:cubicBezTo>
                  <a:cubicBezTo>
                    <a:pt x="1830" y="51319"/>
                    <a:pt x="2956" y="46930"/>
                    <a:pt x="4364" y="42709"/>
                  </a:cubicBezTo>
                  <a:cubicBezTo>
                    <a:pt x="5772" y="38489"/>
                    <a:pt x="7602" y="34438"/>
                    <a:pt x="9714" y="30724"/>
                  </a:cubicBezTo>
                  <a:cubicBezTo>
                    <a:pt x="11825" y="27010"/>
                    <a:pt x="14218" y="23465"/>
                    <a:pt x="16893" y="20257"/>
                  </a:cubicBezTo>
                  <a:cubicBezTo>
                    <a:pt x="19568" y="17050"/>
                    <a:pt x="22524" y="14180"/>
                    <a:pt x="25621" y="11648"/>
                  </a:cubicBezTo>
                  <a:cubicBezTo>
                    <a:pt x="28719" y="9116"/>
                    <a:pt x="32097" y="6921"/>
                    <a:pt x="35617" y="5233"/>
                  </a:cubicBezTo>
                  <a:cubicBezTo>
                    <a:pt x="39136" y="3545"/>
                    <a:pt x="42796" y="2195"/>
                    <a:pt x="46457" y="1351"/>
                  </a:cubicBezTo>
                  <a:cubicBezTo>
                    <a:pt x="50117" y="507"/>
                    <a:pt x="53918" y="0"/>
                    <a:pt x="57719" y="0"/>
                  </a:cubicBezTo>
                  <a:lnTo>
                    <a:pt x="3605758" y="0"/>
                  </a:lnTo>
                  <a:cubicBezTo>
                    <a:pt x="3609559" y="0"/>
                    <a:pt x="3613360" y="507"/>
                    <a:pt x="3617020" y="1351"/>
                  </a:cubicBezTo>
                  <a:cubicBezTo>
                    <a:pt x="3620680" y="2195"/>
                    <a:pt x="3624341" y="3545"/>
                    <a:pt x="3627860" y="5233"/>
                  </a:cubicBezTo>
                  <a:cubicBezTo>
                    <a:pt x="3631379" y="6921"/>
                    <a:pt x="3634758" y="9116"/>
                    <a:pt x="3637855" y="11648"/>
                  </a:cubicBezTo>
                  <a:cubicBezTo>
                    <a:pt x="3640952" y="14180"/>
                    <a:pt x="3643908" y="17050"/>
                    <a:pt x="3646583" y="20257"/>
                  </a:cubicBezTo>
                  <a:cubicBezTo>
                    <a:pt x="3649258" y="23465"/>
                    <a:pt x="3651652" y="27010"/>
                    <a:pt x="3653763" y="30724"/>
                  </a:cubicBezTo>
                  <a:cubicBezTo>
                    <a:pt x="3655875" y="34438"/>
                    <a:pt x="3657705" y="38489"/>
                    <a:pt x="3659113" y="42709"/>
                  </a:cubicBezTo>
                  <a:cubicBezTo>
                    <a:pt x="3660521" y="46930"/>
                    <a:pt x="3661647" y="51319"/>
                    <a:pt x="3662350" y="55708"/>
                  </a:cubicBezTo>
                  <a:cubicBezTo>
                    <a:pt x="3663054" y="60097"/>
                    <a:pt x="3663477" y="64655"/>
                    <a:pt x="3663477" y="69213"/>
                  </a:cubicBezTo>
                  <a:lnTo>
                    <a:pt x="3663477" y="1095077"/>
                  </a:lnTo>
                  <a:cubicBezTo>
                    <a:pt x="3663477" y="1099635"/>
                    <a:pt x="3663054" y="1104193"/>
                    <a:pt x="3662350" y="1108582"/>
                  </a:cubicBezTo>
                  <a:cubicBezTo>
                    <a:pt x="3661647" y="1112971"/>
                    <a:pt x="3660521" y="1117360"/>
                    <a:pt x="3659113" y="1121580"/>
                  </a:cubicBezTo>
                  <a:cubicBezTo>
                    <a:pt x="3657705" y="1125801"/>
                    <a:pt x="3655875" y="1129852"/>
                    <a:pt x="3653763" y="1133566"/>
                  </a:cubicBezTo>
                  <a:cubicBezTo>
                    <a:pt x="3651652" y="1137280"/>
                    <a:pt x="3649258" y="1140825"/>
                    <a:pt x="3646583" y="1144032"/>
                  </a:cubicBezTo>
                  <a:cubicBezTo>
                    <a:pt x="3643908" y="1147240"/>
                    <a:pt x="3640952" y="1150110"/>
                    <a:pt x="3637855" y="1152642"/>
                  </a:cubicBezTo>
                  <a:cubicBezTo>
                    <a:pt x="3634758" y="1155174"/>
                    <a:pt x="3631379" y="1157369"/>
                    <a:pt x="3627860" y="1159057"/>
                  </a:cubicBezTo>
                  <a:cubicBezTo>
                    <a:pt x="3624341" y="1160745"/>
                    <a:pt x="3620680" y="1162095"/>
                    <a:pt x="3617020" y="1162939"/>
                  </a:cubicBezTo>
                  <a:cubicBezTo>
                    <a:pt x="3613360" y="1163783"/>
                    <a:pt x="3609559" y="1164290"/>
                    <a:pt x="3605758" y="1164290"/>
                  </a:cubicBezTo>
                  <a:lnTo>
                    <a:pt x="57860" y="1164290"/>
                  </a:lnTo>
                  <a:cubicBezTo>
                    <a:pt x="54059" y="1164290"/>
                    <a:pt x="50258" y="1163783"/>
                    <a:pt x="46597" y="1162939"/>
                  </a:cubicBezTo>
                  <a:cubicBezTo>
                    <a:pt x="42937" y="1162095"/>
                    <a:pt x="39277" y="1160745"/>
                    <a:pt x="35758" y="1159057"/>
                  </a:cubicBezTo>
                  <a:cubicBezTo>
                    <a:pt x="32238" y="1157369"/>
                    <a:pt x="28859" y="1155174"/>
                    <a:pt x="25762" y="1152642"/>
                  </a:cubicBezTo>
                  <a:cubicBezTo>
                    <a:pt x="22665" y="1150110"/>
                    <a:pt x="19709" y="1147240"/>
                    <a:pt x="17034" y="1144032"/>
                  </a:cubicBezTo>
                  <a:cubicBezTo>
                    <a:pt x="14359" y="1140825"/>
                    <a:pt x="11966" y="1137280"/>
                    <a:pt x="9854" y="1133566"/>
                  </a:cubicBezTo>
                  <a:cubicBezTo>
                    <a:pt x="7743" y="1129852"/>
                    <a:pt x="5912" y="1125801"/>
                    <a:pt x="4505" y="1121580"/>
                  </a:cubicBezTo>
                  <a:cubicBezTo>
                    <a:pt x="3097" y="1117360"/>
                    <a:pt x="1971" y="1112971"/>
                    <a:pt x="1267" y="1108582"/>
                  </a:cubicBezTo>
                  <a:cubicBezTo>
                    <a:pt x="563" y="1104193"/>
                    <a:pt x="141" y="1099635"/>
                    <a:pt x="141" y="1095077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0248" y="84237"/>
              <a:ext cx="3674599" cy="1177795"/>
            </a:xfrm>
            <a:custGeom>
              <a:avLst/>
              <a:gdLst/>
              <a:ahLst/>
              <a:cxnLst/>
              <a:rect r="r" b="b" t="t" l="l"/>
              <a:pathLst>
                <a:path h="1177795" w="3674599">
                  <a:moveTo>
                    <a:pt x="141" y="1101829"/>
                  </a:moveTo>
                  <a:lnTo>
                    <a:pt x="141" y="75965"/>
                  </a:lnTo>
                  <a:lnTo>
                    <a:pt x="5491" y="75965"/>
                  </a:lnTo>
                  <a:lnTo>
                    <a:pt x="141" y="75965"/>
                  </a:lnTo>
                  <a:cubicBezTo>
                    <a:pt x="141" y="71069"/>
                    <a:pt x="564" y="66005"/>
                    <a:pt x="1408" y="61109"/>
                  </a:cubicBezTo>
                  <a:lnTo>
                    <a:pt x="6617" y="62291"/>
                  </a:lnTo>
                  <a:lnTo>
                    <a:pt x="1408" y="61109"/>
                  </a:lnTo>
                  <a:cubicBezTo>
                    <a:pt x="2253" y="56214"/>
                    <a:pt x="3379" y="51487"/>
                    <a:pt x="5068" y="46929"/>
                  </a:cubicBezTo>
                  <a:lnTo>
                    <a:pt x="9996" y="49293"/>
                  </a:lnTo>
                  <a:lnTo>
                    <a:pt x="5068" y="46929"/>
                  </a:lnTo>
                  <a:cubicBezTo>
                    <a:pt x="6617" y="42371"/>
                    <a:pt x="8588" y="37982"/>
                    <a:pt x="10840" y="33762"/>
                  </a:cubicBezTo>
                  <a:lnTo>
                    <a:pt x="15205" y="37307"/>
                  </a:lnTo>
                  <a:lnTo>
                    <a:pt x="10840" y="33762"/>
                  </a:lnTo>
                  <a:cubicBezTo>
                    <a:pt x="13093" y="29542"/>
                    <a:pt x="15768" y="25828"/>
                    <a:pt x="18724" y="22283"/>
                  </a:cubicBezTo>
                  <a:lnTo>
                    <a:pt x="22525" y="26841"/>
                  </a:lnTo>
                  <a:lnTo>
                    <a:pt x="18724" y="22283"/>
                  </a:lnTo>
                  <a:cubicBezTo>
                    <a:pt x="21680" y="18738"/>
                    <a:pt x="24918" y="15699"/>
                    <a:pt x="28297" y="12829"/>
                  </a:cubicBezTo>
                  <a:cubicBezTo>
                    <a:pt x="31816" y="10128"/>
                    <a:pt x="35336" y="7765"/>
                    <a:pt x="39278" y="5908"/>
                  </a:cubicBezTo>
                  <a:cubicBezTo>
                    <a:pt x="43079" y="4051"/>
                    <a:pt x="47020" y="2532"/>
                    <a:pt x="51103" y="1519"/>
                  </a:cubicBezTo>
                  <a:cubicBezTo>
                    <a:pt x="55186" y="506"/>
                    <a:pt x="59268" y="0"/>
                    <a:pt x="63491" y="0"/>
                  </a:cubicBezTo>
                  <a:lnTo>
                    <a:pt x="63491" y="6415"/>
                  </a:lnTo>
                  <a:lnTo>
                    <a:pt x="63491" y="169"/>
                  </a:lnTo>
                  <a:lnTo>
                    <a:pt x="3611249" y="169"/>
                  </a:lnTo>
                  <a:lnTo>
                    <a:pt x="3611249" y="6583"/>
                  </a:lnTo>
                  <a:lnTo>
                    <a:pt x="3611249" y="169"/>
                  </a:lnTo>
                  <a:cubicBezTo>
                    <a:pt x="3615331" y="169"/>
                    <a:pt x="3619554" y="675"/>
                    <a:pt x="3623637" y="1688"/>
                  </a:cubicBezTo>
                  <a:lnTo>
                    <a:pt x="3622652" y="7934"/>
                  </a:lnTo>
                  <a:lnTo>
                    <a:pt x="3623637" y="1688"/>
                  </a:lnTo>
                  <a:cubicBezTo>
                    <a:pt x="3627720" y="2701"/>
                    <a:pt x="3631662" y="4051"/>
                    <a:pt x="3635463" y="6077"/>
                  </a:cubicBezTo>
                  <a:cubicBezTo>
                    <a:pt x="3639264" y="7934"/>
                    <a:pt x="3642924" y="10297"/>
                    <a:pt x="3646443" y="12998"/>
                  </a:cubicBezTo>
                  <a:cubicBezTo>
                    <a:pt x="3649822" y="15699"/>
                    <a:pt x="3653060" y="18907"/>
                    <a:pt x="3656016" y="22452"/>
                  </a:cubicBezTo>
                  <a:lnTo>
                    <a:pt x="3652215" y="27009"/>
                  </a:lnTo>
                  <a:lnTo>
                    <a:pt x="3656016" y="22452"/>
                  </a:lnTo>
                  <a:cubicBezTo>
                    <a:pt x="3658973" y="25997"/>
                    <a:pt x="3661507" y="29879"/>
                    <a:pt x="3663900" y="33931"/>
                  </a:cubicBezTo>
                  <a:cubicBezTo>
                    <a:pt x="3666152" y="38151"/>
                    <a:pt x="3668123" y="42371"/>
                    <a:pt x="3669671" y="47098"/>
                  </a:cubicBezTo>
                  <a:lnTo>
                    <a:pt x="3664744" y="49461"/>
                  </a:lnTo>
                  <a:lnTo>
                    <a:pt x="3669671" y="47098"/>
                  </a:lnTo>
                  <a:cubicBezTo>
                    <a:pt x="3671221" y="51656"/>
                    <a:pt x="3672488" y="56383"/>
                    <a:pt x="3673332" y="61278"/>
                  </a:cubicBezTo>
                  <a:lnTo>
                    <a:pt x="3668123" y="62460"/>
                  </a:lnTo>
                  <a:lnTo>
                    <a:pt x="3673332" y="61278"/>
                  </a:lnTo>
                  <a:cubicBezTo>
                    <a:pt x="3674177" y="66174"/>
                    <a:pt x="3674599" y="71069"/>
                    <a:pt x="3674599" y="76133"/>
                  </a:cubicBezTo>
                  <a:lnTo>
                    <a:pt x="3669249" y="76133"/>
                  </a:lnTo>
                  <a:lnTo>
                    <a:pt x="3674599" y="76133"/>
                  </a:lnTo>
                  <a:lnTo>
                    <a:pt x="3674599" y="1101829"/>
                  </a:lnTo>
                  <a:lnTo>
                    <a:pt x="3669249" y="1101829"/>
                  </a:lnTo>
                  <a:lnTo>
                    <a:pt x="3674599" y="1101829"/>
                  </a:lnTo>
                  <a:cubicBezTo>
                    <a:pt x="3674599" y="1106725"/>
                    <a:pt x="3674177" y="1111789"/>
                    <a:pt x="3673332" y="1116685"/>
                  </a:cubicBezTo>
                  <a:lnTo>
                    <a:pt x="3668123" y="1115503"/>
                  </a:lnTo>
                  <a:lnTo>
                    <a:pt x="3673332" y="1116685"/>
                  </a:lnTo>
                  <a:cubicBezTo>
                    <a:pt x="3672488" y="1121580"/>
                    <a:pt x="3671361" y="1126307"/>
                    <a:pt x="3669671" y="1130865"/>
                  </a:cubicBezTo>
                  <a:lnTo>
                    <a:pt x="3664744" y="1128501"/>
                  </a:lnTo>
                  <a:lnTo>
                    <a:pt x="3669671" y="1130865"/>
                  </a:lnTo>
                  <a:cubicBezTo>
                    <a:pt x="3668123" y="1135423"/>
                    <a:pt x="3666152" y="1139812"/>
                    <a:pt x="3663900" y="1144032"/>
                  </a:cubicBezTo>
                  <a:cubicBezTo>
                    <a:pt x="3661647" y="1148083"/>
                    <a:pt x="3658973" y="1151966"/>
                    <a:pt x="3656016" y="1155511"/>
                  </a:cubicBezTo>
                  <a:cubicBezTo>
                    <a:pt x="3653060" y="1159056"/>
                    <a:pt x="3649822" y="1162095"/>
                    <a:pt x="3646443" y="1164964"/>
                  </a:cubicBezTo>
                  <a:lnTo>
                    <a:pt x="3643487" y="1159731"/>
                  </a:lnTo>
                  <a:lnTo>
                    <a:pt x="3646443" y="1164964"/>
                  </a:lnTo>
                  <a:cubicBezTo>
                    <a:pt x="3643064" y="1167666"/>
                    <a:pt x="3639404" y="1170029"/>
                    <a:pt x="3635463" y="1171886"/>
                  </a:cubicBezTo>
                  <a:cubicBezTo>
                    <a:pt x="3631662" y="1173743"/>
                    <a:pt x="3627720" y="1175262"/>
                    <a:pt x="3623637" y="1176275"/>
                  </a:cubicBezTo>
                  <a:cubicBezTo>
                    <a:pt x="3619554" y="1177288"/>
                    <a:pt x="3615472" y="1177794"/>
                    <a:pt x="3611249" y="1177794"/>
                  </a:cubicBezTo>
                  <a:lnTo>
                    <a:pt x="63351" y="1177794"/>
                  </a:lnTo>
                  <a:cubicBezTo>
                    <a:pt x="59268" y="1177794"/>
                    <a:pt x="55045" y="1177288"/>
                    <a:pt x="50962" y="1176275"/>
                  </a:cubicBezTo>
                  <a:lnTo>
                    <a:pt x="51948" y="1170029"/>
                  </a:lnTo>
                  <a:lnTo>
                    <a:pt x="50962" y="1176275"/>
                  </a:lnTo>
                  <a:cubicBezTo>
                    <a:pt x="46880" y="1175262"/>
                    <a:pt x="42938" y="1173911"/>
                    <a:pt x="39137" y="1171886"/>
                  </a:cubicBezTo>
                  <a:cubicBezTo>
                    <a:pt x="35336" y="1170029"/>
                    <a:pt x="31676" y="1167666"/>
                    <a:pt x="28156" y="1164964"/>
                  </a:cubicBezTo>
                  <a:cubicBezTo>
                    <a:pt x="24637" y="1162264"/>
                    <a:pt x="21540" y="1159056"/>
                    <a:pt x="18583" y="1155511"/>
                  </a:cubicBezTo>
                  <a:cubicBezTo>
                    <a:pt x="15627" y="1151966"/>
                    <a:pt x="13093" y="1148083"/>
                    <a:pt x="10700" y="1144032"/>
                  </a:cubicBezTo>
                  <a:lnTo>
                    <a:pt x="15064" y="1140487"/>
                  </a:lnTo>
                  <a:lnTo>
                    <a:pt x="10700" y="1144032"/>
                  </a:lnTo>
                  <a:cubicBezTo>
                    <a:pt x="8447" y="1139812"/>
                    <a:pt x="6476" y="1135591"/>
                    <a:pt x="4928" y="1130865"/>
                  </a:cubicBezTo>
                  <a:lnTo>
                    <a:pt x="9855" y="1128501"/>
                  </a:lnTo>
                  <a:lnTo>
                    <a:pt x="4928" y="1130865"/>
                  </a:lnTo>
                  <a:cubicBezTo>
                    <a:pt x="3379" y="1126307"/>
                    <a:pt x="2112" y="1121580"/>
                    <a:pt x="1267" y="1116685"/>
                  </a:cubicBezTo>
                  <a:cubicBezTo>
                    <a:pt x="423" y="1111789"/>
                    <a:pt x="0" y="1106894"/>
                    <a:pt x="0" y="1101829"/>
                  </a:cubicBezTo>
                  <a:lnTo>
                    <a:pt x="5350" y="1101829"/>
                  </a:lnTo>
                  <a:lnTo>
                    <a:pt x="141" y="1101829"/>
                  </a:lnTo>
                  <a:moveTo>
                    <a:pt x="10700" y="1101829"/>
                  </a:moveTo>
                  <a:cubicBezTo>
                    <a:pt x="10700" y="1106049"/>
                    <a:pt x="10981" y="1110101"/>
                    <a:pt x="11685" y="1114152"/>
                  </a:cubicBezTo>
                  <a:lnTo>
                    <a:pt x="6476" y="1115334"/>
                  </a:lnTo>
                  <a:lnTo>
                    <a:pt x="11685" y="1114152"/>
                  </a:lnTo>
                  <a:cubicBezTo>
                    <a:pt x="12389" y="1118204"/>
                    <a:pt x="13374" y="1122086"/>
                    <a:pt x="14641" y="1125969"/>
                  </a:cubicBezTo>
                  <a:cubicBezTo>
                    <a:pt x="15908" y="1129852"/>
                    <a:pt x="17598" y="1133397"/>
                    <a:pt x="19569" y="1136942"/>
                  </a:cubicBezTo>
                  <a:cubicBezTo>
                    <a:pt x="21540" y="1140318"/>
                    <a:pt x="23651" y="1143526"/>
                    <a:pt x="26044" y="1146564"/>
                  </a:cubicBezTo>
                  <a:lnTo>
                    <a:pt x="22243" y="1151122"/>
                  </a:lnTo>
                  <a:lnTo>
                    <a:pt x="26044" y="1146564"/>
                  </a:lnTo>
                  <a:cubicBezTo>
                    <a:pt x="28438" y="1149434"/>
                    <a:pt x="31112" y="1152135"/>
                    <a:pt x="34069" y="1154329"/>
                  </a:cubicBezTo>
                  <a:lnTo>
                    <a:pt x="31112" y="1159563"/>
                  </a:lnTo>
                  <a:lnTo>
                    <a:pt x="34069" y="1154329"/>
                  </a:lnTo>
                  <a:cubicBezTo>
                    <a:pt x="36884" y="1156693"/>
                    <a:pt x="39981" y="1158550"/>
                    <a:pt x="43219" y="1160238"/>
                  </a:cubicBezTo>
                  <a:lnTo>
                    <a:pt x="41249" y="1166146"/>
                  </a:lnTo>
                  <a:lnTo>
                    <a:pt x="43219" y="1160238"/>
                  </a:lnTo>
                  <a:cubicBezTo>
                    <a:pt x="46457" y="1161757"/>
                    <a:pt x="49695" y="1162939"/>
                    <a:pt x="53074" y="1163783"/>
                  </a:cubicBezTo>
                  <a:cubicBezTo>
                    <a:pt x="56453" y="1164627"/>
                    <a:pt x="59831" y="1164964"/>
                    <a:pt x="63351" y="1164964"/>
                  </a:cubicBezTo>
                  <a:lnTo>
                    <a:pt x="63351" y="1171210"/>
                  </a:lnTo>
                  <a:lnTo>
                    <a:pt x="63351" y="1164964"/>
                  </a:lnTo>
                  <a:lnTo>
                    <a:pt x="3611249" y="1164964"/>
                  </a:lnTo>
                  <a:lnTo>
                    <a:pt x="3611249" y="1171379"/>
                  </a:lnTo>
                  <a:lnTo>
                    <a:pt x="3611249" y="1165133"/>
                  </a:lnTo>
                  <a:cubicBezTo>
                    <a:pt x="3614768" y="1165133"/>
                    <a:pt x="3618147" y="1164796"/>
                    <a:pt x="3621525" y="1163952"/>
                  </a:cubicBezTo>
                  <a:lnTo>
                    <a:pt x="3622511" y="1170198"/>
                  </a:lnTo>
                  <a:lnTo>
                    <a:pt x="3621525" y="1163952"/>
                  </a:lnTo>
                  <a:cubicBezTo>
                    <a:pt x="3624904" y="1163108"/>
                    <a:pt x="3628142" y="1161926"/>
                    <a:pt x="3631380" y="1160407"/>
                  </a:cubicBezTo>
                  <a:lnTo>
                    <a:pt x="3633351" y="1166315"/>
                  </a:lnTo>
                  <a:lnTo>
                    <a:pt x="3631380" y="1160407"/>
                  </a:lnTo>
                  <a:cubicBezTo>
                    <a:pt x="3634618" y="1158887"/>
                    <a:pt x="3637574" y="1156861"/>
                    <a:pt x="3640530" y="1154498"/>
                  </a:cubicBezTo>
                  <a:cubicBezTo>
                    <a:pt x="3643346" y="1152135"/>
                    <a:pt x="3646021" y="1149603"/>
                    <a:pt x="3648555" y="1146733"/>
                  </a:cubicBezTo>
                  <a:lnTo>
                    <a:pt x="3652356" y="1151291"/>
                  </a:lnTo>
                  <a:lnTo>
                    <a:pt x="3648555" y="1146733"/>
                  </a:lnTo>
                  <a:cubicBezTo>
                    <a:pt x="3650948" y="1143863"/>
                    <a:pt x="3653201" y="1140656"/>
                    <a:pt x="3655172" y="1137111"/>
                  </a:cubicBezTo>
                  <a:lnTo>
                    <a:pt x="3659536" y="1140656"/>
                  </a:lnTo>
                  <a:lnTo>
                    <a:pt x="3655172" y="1137111"/>
                  </a:lnTo>
                  <a:cubicBezTo>
                    <a:pt x="3657143" y="1133734"/>
                    <a:pt x="3658691" y="1130021"/>
                    <a:pt x="3660099" y="1126138"/>
                  </a:cubicBezTo>
                  <a:cubicBezTo>
                    <a:pt x="3661366" y="1122255"/>
                    <a:pt x="3662351" y="1118373"/>
                    <a:pt x="3663055" y="1114321"/>
                  </a:cubicBezTo>
                  <a:cubicBezTo>
                    <a:pt x="3663759" y="1110270"/>
                    <a:pt x="3664040" y="1106218"/>
                    <a:pt x="3664040" y="1101998"/>
                  </a:cubicBezTo>
                  <a:lnTo>
                    <a:pt x="3664040" y="75965"/>
                  </a:lnTo>
                  <a:cubicBezTo>
                    <a:pt x="3664040" y="71744"/>
                    <a:pt x="3663759" y="67693"/>
                    <a:pt x="3663055" y="63641"/>
                  </a:cubicBezTo>
                  <a:cubicBezTo>
                    <a:pt x="3662351" y="59590"/>
                    <a:pt x="3661366" y="55707"/>
                    <a:pt x="3660099" y="51825"/>
                  </a:cubicBezTo>
                  <a:cubicBezTo>
                    <a:pt x="3658832" y="47942"/>
                    <a:pt x="3657143" y="44397"/>
                    <a:pt x="3655172" y="40852"/>
                  </a:cubicBezTo>
                  <a:lnTo>
                    <a:pt x="3659536" y="37307"/>
                  </a:lnTo>
                  <a:lnTo>
                    <a:pt x="3655172" y="40852"/>
                  </a:lnTo>
                  <a:cubicBezTo>
                    <a:pt x="3653201" y="37476"/>
                    <a:pt x="3651089" y="34268"/>
                    <a:pt x="3648555" y="31230"/>
                  </a:cubicBezTo>
                  <a:cubicBezTo>
                    <a:pt x="3646162" y="28360"/>
                    <a:pt x="3643487" y="25659"/>
                    <a:pt x="3640530" y="23464"/>
                  </a:cubicBezTo>
                  <a:lnTo>
                    <a:pt x="3643487" y="18231"/>
                  </a:lnTo>
                  <a:lnTo>
                    <a:pt x="3640530" y="23464"/>
                  </a:lnTo>
                  <a:cubicBezTo>
                    <a:pt x="3637715" y="21101"/>
                    <a:pt x="3634618" y="19244"/>
                    <a:pt x="3631380" y="17556"/>
                  </a:cubicBezTo>
                  <a:lnTo>
                    <a:pt x="3633351" y="11648"/>
                  </a:lnTo>
                  <a:lnTo>
                    <a:pt x="3631380" y="17556"/>
                  </a:lnTo>
                  <a:cubicBezTo>
                    <a:pt x="3628142" y="16037"/>
                    <a:pt x="3624904" y="14855"/>
                    <a:pt x="3621525" y="14011"/>
                  </a:cubicBezTo>
                  <a:cubicBezTo>
                    <a:pt x="3618147" y="13167"/>
                    <a:pt x="3614768" y="12829"/>
                    <a:pt x="3611249" y="12829"/>
                  </a:cubicBezTo>
                  <a:lnTo>
                    <a:pt x="63351" y="12829"/>
                  </a:lnTo>
                  <a:cubicBezTo>
                    <a:pt x="59831" y="12829"/>
                    <a:pt x="56453" y="13167"/>
                    <a:pt x="53074" y="14011"/>
                  </a:cubicBezTo>
                  <a:lnTo>
                    <a:pt x="52088" y="7765"/>
                  </a:lnTo>
                  <a:lnTo>
                    <a:pt x="53074" y="14011"/>
                  </a:lnTo>
                  <a:cubicBezTo>
                    <a:pt x="49695" y="14855"/>
                    <a:pt x="46457" y="16037"/>
                    <a:pt x="43219" y="17556"/>
                  </a:cubicBezTo>
                  <a:lnTo>
                    <a:pt x="41249" y="11648"/>
                  </a:lnTo>
                  <a:lnTo>
                    <a:pt x="43219" y="17556"/>
                  </a:lnTo>
                  <a:cubicBezTo>
                    <a:pt x="39981" y="19075"/>
                    <a:pt x="37025" y="21101"/>
                    <a:pt x="34069" y="23464"/>
                  </a:cubicBezTo>
                  <a:lnTo>
                    <a:pt x="31112" y="18231"/>
                  </a:lnTo>
                  <a:lnTo>
                    <a:pt x="34069" y="23464"/>
                  </a:lnTo>
                  <a:cubicBezTo>
                    <a:pt x="31253" y="25828"/>
                    <a:pt x="28578" y="28360"/>
                    <a:pt x="26044" y="31230"/>
                  </a:cubicBezTo>
                  <a:cubicBezTo>
                    <a:pt x="23651" y="34100"/>
                    <a:pt x="21399" y="37307"/>
                    <a:pt x="19569" y="40852"/>
                  </a:cubicBezTo>
                  <a:cubicBezTo>
                    <a:pt x="17598" y="44228"/>
                    <a:pt x="16049" y="47942"/>
                    <a:pt x="14641" y="51825"/>
                  </a:cubicBezTo>
                  <a:cubicBezTo>
                    <a:pt x="13234" y="55707"/>
                    <a:pt x="12389" y="59590"/>
                    <a:pt x="11685" y="63641"/>
                  </a:cubicBezTo>
                  <a:cubicBezTo>
                    <a:pt x="10981" y="67693"/>
                    <a:pt x="10700" y="71744"/>
                    <a:pt x="10700" y="75965"/>
                  </a:cubicBezTo>
                  <a:lnTo>
                    <a:pt x="10700" y="1101829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49341" y="1140048"/>
            <a:ext cx="5589107" cy="60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b="true" sz="7149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7049" y="3852424"/>
            <a:ext cx="72089" cy="5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2"/>
              </a:lnSpc>
            </a:pPr>
            <a:r>
              <a:rPr lang="en-US" b="true" sz="2048" spc="28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274" y="7709968"/>
            <a:ext cx="17349452" cy="98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This allows users to </a:t>
            </a:r>
            <a:r>
              <a:rPr lang="en-US" b="true" sz="2847" spc="39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interact with documents conversationally and retrieve accurate information quickly.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0050" y="2716245"/>
            <a:ext cx="18043992" cy="107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b="true" sz="2847" spc="19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Generative AI and LargeLanguageModels (LLMs)</a:t>
            </a:r>
            <a:r>
              <a:rPr lang="en-US" sz="2847" spc="1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enable machines to understand and generate human-like text.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0050" y="4411008"/>
            <a:ext cx="3585253" cy="74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2687" spc="18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Our system combines: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9485" y="5781326"/>
            <a:ext cx="3212395" cy="45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PDF text extraction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63055" y="5605779"/>
            <a:ext cx="3176658" cy="92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Store embeddings in vector database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15421" y="5574042"/>
            <a:ext cx="3549250" cy="87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Retrieval-Augmented Generation (RAG)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21830" y="5545467"/>
            <a:ext cx="3396108" cy="92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 Text into semantic embeddings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4328" y="8129358"/>
            <a:ext cx="5513525" cy="1633258"/>
            <a:chOff x="0" y="0"/>
            <a:chExt cx="3451225" cy="1022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3025" y="73152"/>
              <a:ext cx="3305048" cy="876046"/>
            </a:xfrm>
            <a:custGeom>
              <a:avLst/>
              <a:gdLst/>
              <a:ahLst/>
              <a:cxnLst/>
              <a:rect r="r" b="b" t="t" l="l"/>
              <a:pathLst>
                <a:path h="876046" w="3305048">
                  <a:moveTo>
                    <a:pt x="0" y="828675"/>
                  </a:moveTo>
                  <a:lnTo>
                    <a:pt x="0" y="47371"/>
                  </a:lnTo>
                  <a:cubicBezTo>
                    <a:pt x="0" y="41021"/>
                    <a:pt x="1143" y="35052"/>
                    <a:pt x="3556" y="29210"/>
                  </a:cubicBezTo>
                  <a:cubicBezTo>
                    <a:pt x="5969" y="23368"/>
                    <a:pt x="9398" y="18288"/>
                    <a:pt x="13843" y="13843"/>
                  </a:cubicBezTo>
                  <a:cubicBezTo>
                    <a:pt x="18288" y="9398"/>
                    <a:pt x="23368" y="5969"/>
                    <a:pt x="29210" y="3556"/>
                  </a:cubicBezTo>
                  <a:cubicBezTo>
                    <a:pt x="35052" y="1143"/>
                    <a:pt x="41021" y="0"/>
                    <a:pt x="47371" y="0"/>
                  </a:cubicBezTo>
                  <a:lnTo>
                    <a:pt x="3257677" y="0"/>
                  </a:lnTo>
                  <a:cubicBezTo>
                    <a:pt x="3264027" y="0"/>
                    <a:pt x="3269996" y="1143"/>
                    <a:pt x="3275838" y="3556"/>
                  </a:cubicBezTo>
                  <a:cubicBezTo>
                    <a:pt x="3281680" y="5969"/>
                    <a:pt x="3286760" y="9398"/>
                    <a:pt x="3291205" y="13843"/>
                  </a:cubicBezTo>
                  <a:cubicBezTo>
                    <a:pt x="3295650" y="18288"/>
                    <a:pt x="3299079" y="23368"/>
                    <a:pt x="3301492" y="29210"/>
                  </a:cubicBezTo>
                  <a:cubicBezTo>
                    <a:pt x="3303905" y="35052"/>
                    <a:pt x="3305048" y="41021"/>
                    <a:pt x="3305048" y="47371"/>
                  </a:cubicBezTo>
                  <a:lnTo>
                    <a:pt x="3305048" y="828675"/>
                  </a:lnTo>
                  <a:cubicBezTo>
                    <a:pt x="3305048" y="835025"/>
                    <a:pt x="3303905" y="840994"/>
                    <a:pt x="3301492" y="846836"/>
                  </a:cubicBezTo>
                  <a:cubicBezTo>
                    <a:pt x="3299079" y="852678"/>
                    <a:pt x="3295650" y="857758"/>
                    <a:pt x="3291205" y="862203"/>
                  </a:cubicBezTo>
                  <a:cubicBezTo>
                    <a:pt x="3286760" y="866648"/>
                    <a:pt x="3281680" y="870077"/>
                    <a:pt x="3275838" y="872490"/>
                  </a:cubicBezTo>
                  <a:cubicBezTo>
                    <a:pt x="3269996" y="874903"/>
                    <a:pt x="3264027" y="876046"/>
                    <a:pt x="3257677" y="876046"/>
                  </a:cubicBezTo>
                  <a:lnTo>
                    <a:pt x="47498" y="876046"/>
                  </a:lnTo>
                  <a:cubicBezTo>
                    <a:pt x="41148" y="876046"/>
                    <a:pt x="35179" y="874903"/>
                    <a:pt x="29337" y="872490"/>
                  </a:cubicBezTo>
                  <a:cubicBezTo>
                    <a:pt x="23495" y="870077"/>
                    <a:pt x="18415" y="866648"/>
                    <a:pt x="13970" y="862203"/>
                  </a:cubicBezTo>
                  <a:cubicBezTo>
                    <a:pt x="9525" y="857758"/>
                    <a:pt x="6096" y="852678"/>
                    <a:pt x="3683" y="846836"/>
                  </a:cubicBezTo>
                  <a:cubicBezTo>
                    <a:pt x="1270" y="840994"/>
                    <a:pt x="127" y="835025"/>
                    <a:pt x="127" y="828675"/>
                  </a:cubicBez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3324225" cy="895350"/>
            </a:xfrm>
            <a:custGeom>
              <a:avLst/>
              <a:gdLst/>
              <a:ahLst/>
              <a:cxnLst/>
              <a:rect r="r" b="b" t="t" l="l"/>
              <a:pathLst>
                <a:path h="895350" w="3324225">
                  <a:moveTo>
                    <a:pt x="0" y="838327"/>
                  </a:moveTo>
                  <a:lnTo>
                    <a:pt x="0" y="57023"/>
                  </a:lnTo>
                  <a:lnTo>
                    <a:pt x="9525" y="57023"/>
                  </a:lnTo>
                  <a:lnTo>
                    <a:pt x="0" y="57023"/>
                  </a:lnTo>
                  <a:cubicBezTo>
                    <a:pt x="0" y="49530"/>
                    <a:pt x="1397" y="42164"/>
                    <a:pt x="4318" y="35179"/>
                  </a:cubicBezTo>
                  <a:lnTo>
                    <a:pt x="13081" y="38862"/>
                  </a:lnTo>
                  <a:lnTo>
                    <a:pt x="4318" y="35179"/>
                  </a:lnTo>
                  <a:cubicBezTo>
                    <a:pt x="7239" y="28194"/>
                    <a:pt x="11303" y="21971"/>
                    <a:pt x="16637" y="16637"/>
                  </a:cubicBezTo>
                  <a:lnTo>
                    <a:pt x="23368" y="23368"/>
                  </a:lnTo>
                  <a:lnTo>
                    <a:pt x="16637" y="16637"/>
                  </a:lnTo>
                  <a:cubicBezTo>
                    <a:pt x="21971" y="11303"/>
                    <a:pt x="28194" y="7112"/>
                    <a:pt x="35179" y="4318"/>
                  </a:cubicBezTo>
                  <a:lnTo>
                    <a:pt x="38862" y="13081"/>
                  </a:lnTo>
                  <a:lnTo>
                    <a:pt x="35179" y="4318"/>
                  </a:lnTo>
                  <a:cubicBezTo>
                    <a:pt x="42164" y="1397"/>
                    <a:pt x="49403" y="0"/>
                    <a:pt x="57023" y="0"/>
                  </a:cubicBezTo>
                  <a:lnTo>
                    <a:pt x="57023" y="9525"/>
                  </a:lnTo>
                  <a:lnTo>
                    <a:pt x="57023" y="0"/>
                  </a:lnTo>
                  <a:lnTo>
                    <a:pt x="3267202" y="0"/>
                  </a:lnTo>
                  <a:lnTo>
                    <a:pt x="3267202" y="9525"/>
                  </a:lnTo>
                  <a:lnTo>
                    <a:pt x="3267202" y="0"/>
                  </a:lnTo>
                  <a:cubicBezTo>
                    <a:pt x="3274695" y="0"/>
                    <a:pt x="3282061" y="1397"/>
                    <a:pt x="3289046" y="4318"/>
                  </a:cubicBezTo>
                  <a:lnTo>
                    <a:pt x="3285363" y="13081"/>
                  </a:lnTo>
                  <a:lnTo>
                    <a:pt x="3289046" y="4318"/>
                  </a:lnTo>
                  <a:cubicBezTo>
                    <a:pt x="3296031" y="7239"/>
                    <a:pt x="3302254" y="11303"/>
                    <a:pt x="3307588" y="16637"/>
                  </a:cubicBezTo>
                  <a:lnTo>
                    <a:pt x="3300857" y="23368"/>
                  </a:lnTo>
                  <a:lnTo>
                    <a:pt x="3307588" y="16637"/>
                  </a:lnTo>
                  <a:cubicBezTo>
                    <a:pt x="3312922" y="21971"/>
                    <a:pt x="3317113" y="28194"/>
                    <a:pt x="3319907" y="35179"/>
                  </a:cubicBezTo>
                  <a:lnTo>
                    <a:pt x="3311144" y="38862"/>
                  </a:lnTo>
                  <a:lnTo>
                    <a:pt x="3319907" y="35179"/>
                  </a:lnTo>
                  <a:cubicBezTo>
                    <a:pt x="3322828" y="42164"/>
                    <a:pt x="3324225" y="49403"/>
                    <a:pt x="3324225" y="57023"/>
                  </a:cubicBezTo>
                  <a:lnTo>
                    <a:pt x="3324225" y="838327"/>
                  </a:lnTo>
                  <a:cubicBezTo>
                    <a:pt x="3324225" y="845820"/>
                    <a:pt x="3322828" y="853186"/>
                    <a:pt x="3319907" y="860171"/>
                  </a:cubicBezTo>
                  <a:cubicBezTo>
                    <a:pt x="3316986" y="867156"/>
                    <a:pt x="3312922" y="873379"/>
                    <a:pt x="3307588" y="878713"/>
                  </a:cubicBezTo>
                  <a:cubicBezTo>
                    <a:pt x="3302254" y="884047"/>
                    <a:pt x="3296031" y="888238"/>
                    <a:pt x="3289046" y="891032"/>
                  </a:cubicBezTo>
                  <a:lnTo>
                    <a:pt x="3285363" y="882269"/>
                  </a:lnTo>
                  <a:lnTo>
                    <a:pt x="3289046" y="891032"/>
                  </a:lnTo>
                  <a:cubicBezTo>
                    <a:pt x="3282061" y="893953"/>
                    <a:pt x="3274822" y="895350"/>
                    <a:pt x="3267202" y="895350"/>
                  </a:cubicBezTo>
                  <a:lnTo>
                    <a:pt x="57023" y="895350"/>
                  </a:lnTo>
                  <a:cubicBezTo>
                    <a:pt x="49530" y="895350"/>
                    <a:pt x="42164" y="893953"/>
                    <a:pt x="35179" y="891032"/>
                  </a:cubicBezTo>
                  <a:cubicBezTo>
                    <a:pt x="28194" y="888111"/>
                    <a:pt x="21971" y="884047"/>
                    <a:pt x="16637" y="878713"/>
                  </a:cubicBezTo>
                  <a:cubicBezTo>
                    <a:pt x="11303" y="873379"/>
                    <a:pt x="7112" y="867156"/>
                    <a:pt x="4318" y="860171"/>
                  </a:cubicBezTo>
                  <a:lnTo>
                    <a:pt x="13081" y="856488"/>
                  </a:lnTo>
                  <a:lnTo>
                    <a:pt x="4318" y="860171"/>
                  </a:lnTo>
                  <a:cubicBezTo>
                    <a:pt x="1397" y="853186"/>
                    <a:pt x="0" y="845947"/>
                    <a:pt x="0" y="838327"/>
                  </a:cubicBezTo>
                  <a:lnTo>
                    <a:pt x="9525" y="838327"/>
                  </a:lnTo>
                  <a:lnTo>
                    <a:pt x="0" y="838327"/>
                  </a:lnTo>
                  <a:moveTo>
                    <a:pt x="19050" y="838327"/>
                  </a:moveTo>
                  <a:cubicBezTo>
                    <a:pt x="19050" y="843407"/>
                    <a:pt x="20066" y="848233"/>
                    <a:pt x="21971" y="852805"/>
                  </a:cubicBezTo>
                  <a:cubicBezTo>
                    <a:pt x="23876" y="857377"/>
                    <a:pt x="26670" y="861568"/>
                    <a:pt x="30226" y="865124"/>
                  </a:cubicBezTo>
                  <a:lnTo>
                    <a:pt x="23495" y="871855"/>
                  </a:lnTo>
                  <a:lnTo>
                    <a:pt x="30226" y="865124"/>
                  </a:lnTo>
                  <a:cubicBezTo>
                    <a:pt x="33782" y="868680"/>
                    <a:pt x="37846" y="871474"/>
                    <a:pt x="42545" y="873379"/>
                  </a:cubicBezTo>
                  <a:lnTo>
                    <a:pt x="38862" y="882142"/>
                  </a:lnTo>
                  <a:lnTo>
                    <a:pt x="42545" y="873379"/>
                  </a:lnTo>
                  <a:cubicBezTo>
                    <a:pt x="47244" y="875284"/>
                    <a:pt x="52070" y="876300"/>
                    <a:pt x="57023" y="876300"/>
                  </a:cubicBezTo>
                  <a:lnTo>
                    <a:pt x="57023" y="885825"/>
                  </a:lnTo>
                  <a:lnTo>
                    <a:pt x="57023" y="876300"/>
                  </a:lnTo>
                  <a:lnTo>
                    <a:pt x="3267202" y="876300"/>
                  </a:lnTo>
                  <a:lnTo>
                    <a:pt x="3267202" y="885825"/>
                  </a:lnTo>
                  <a:lnTo>
                    <a:pt x="3267202" y="876300"/>
                  </a:lnTo>
                  <a:cubicBezTo>
                    <a:pt x="3272282" y="876300"/>
                    <a:pt x="3277108" y="875284"/>
                    <a:pt x="3281680" y="873379"/>
                  </a:cubicBezTo>
                  <a:cubicBezTo>
                    <a:pt x="3286252" y="871474"/>
                    <a:pt x="3290443" y="868680"/>
                    <a:pt x="3293999" y="865124"/>
                  </a:cubicBezTo>
                  <a:lnTo>
                    <a:pt x="3300730" y="871855"/>
                  </a:lnTo>
                  <a:lnTo>
                    <a:pt x="3293999" y="865124"/>
                  </a:lnTo>
                  <a:cubicBezTo>
                    <a:pt x="3297555" y="861568"/>
                    <a:pt x="3300349" y="857504"/>
                    <a:pt x="3302254" y="852805"/>
                  </a:cubicBezTo>
                  <a:lnTo>
                    <a:pt x="3311017" y="856488"/>
                  </a:lnTo>
                  <a:lnTo>
                    <a:pt x="3302254" y="852805"/>
                  </a:lnTo>
                  <a:cubicBezTo>
                    <a:pt x="3304159" y="848106"/>
                    <a:pt x="3305175" y="843280"/>
                    <a:pt x="3305175" y="838327"/>
                  </a:cubicBezTo>
                  <a:lnTo>
                    <a:pt x="3314700" y="838327"/>
                  </a:lnTo>
                  <a:lnTo>
                    <a:pt x="3305175" y="838327"/>
                  </a:lnTo>
                  <a:lnTo>
                    <a:pt x="3305175" y="57023"/>
                  </a:lnTo>
                  <a:lnTo>
                    <a:pt x="3314700" y="57023"/>
                  </a:lnTo>
                  <a:lnTo>
                    <a:pt x="3305175" y="57023"/>
                  </a:lnTo>
                  <a:cubicBezTo>
                    <a:pt x="3305175" y="51943"/>
                    <a:pt x="3304159" y="47117"/>
                    <a:pt x="3302254" y="42545"/>
                  </a:cubicBezTo>
                  <a:cubicBezTo>
                    <a:pt x="3300349" y="37846"/>
                    <a:pt x="3297555" y="33782"/>
                    <a:pt x="3293999" y="30226"/>
                  </a:cubicBezTo>
                  <a:cubicBezTo>
                    <a:pt x="3290443" y="26670"/>
                    <a:pt x="3286379" y="23876"/>
                    <a:pt x="3281680" y="21971"/>
                  </a:cubicBezTo>
                  <a:cubicBezTo>
                    <a:pt x="3276981" y="20066"/>
                    <a:pt x="3272155" y="19050"/>
                    <a:pt x="3267202" y="19050"/>
                  </a:cubicBezTo>
                  <a:lnTo>
                    <a:pt x="57023" y="19050"/>
                  </a:lnTo>
                  <a:cubicBezTo>
                    <a:pt x="51943" y="19050"/>
                    <a:pt x="47117" y="20066"/>
                    <a:pt x="42545" y="21971"/>
                  </a:cubicBezTo>
                  <a:cubicBezTo>
                    <a:pt x="37846" y="23876"/>
                    <a:pt x="33782" y="26670"/>
                    <a:pt x="30226" y="30226"/>
                  </a:cubicBezTo>
                  <a:cubicBezTo>
                    <a:pt x="26670" y="33782"/>
                    <a:pt x="23876" y="37846"/>
                    <a:pt x="21971" y="42545"/>
                  </a:cubicBezTo>
                  <a:cubicBezTo>
                    <a:pt x="20066" y="47244"/>
                    <a:pt x="19050" y="52070"/>
                    <a:pt x="19050" y="57023"/>
                  </a:cubicBezTo>
                  <a:lnTo>
                    <a:pt x="19050" y="83832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68434" y="4419213"/>
            <a:ext cx="4407578" cy="19196"/>
            <a:chOff x="0" y="0"/>
            <a:chExt cx="2187029" cy="9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70707" cy="9525"/>
            </a:xfrm>
            <a:custGeom>
              <a:avLst/>
              <a:gdLst/>
              <a:ahLst/>
              <a:cxnLst/>
              <a:rect r="r" b="b" t="t" l="l"/>
              <a:pathLst>
                <a:path h="9525" w="3370707">
                  <a:moveTo>
                    <a:pt x="0" y="0"/>
                  </a:moveTo>
                  <a:lnTo>
                    <a:pt x="0" y="9525"/>
                  </a:lnTo>
                  <a:lnTo>
                    <a:pt x="243078" y="9525"/>
                  </a:lnTo>
                  <a:lnTo>
                    <a:pt x="243078" y="0"/>
                  </a:lnTo>
                  <a:close/>
                  <a:moveTo>
                    <a:pt x="301752" y="0"/>
                  </a:moveTo>
                  <a:lnTo>
                    <a:pt x="301752" y="9525"/>
                  </a:lnTo>
                  <a:lnTo>
                    <a:pt x="1485265" y="9525"/>
                  </a:lnTo>
                  <a:lnTo>
                    <a:pt x="1485265" y="0"/>
                  </a:lnTo>
                  <a:close/>
                  <a:moveTo>
                    <a:pt x="2727452" y="0"/>
                  </a:moveTo>
                  <a:lnTo>
                    <a:pt x="2727452" y="9525"/>
                  </a:lnTo>
                  <a:lnTo>
                    <a:pt x="3370707" y="9525"/>
                  </a:lnTo>
                  <a:lnTo>
                    <a:pt x="3370707" y="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39030" y="3724411"/>
            <a:ext cx="4836982" cy="23638"/>
            <a:chOff x="0" y="0"/>
            <a:chExt cx="1949056" cy="95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9072" cy="9525"/>
            </a:xfrm>
            <a:custGeom>
              <a:avLst/>
              <a:gdLst/>
              <a:ahLst/>
              <a:cxnLst/>
              <a:rect r="r" b="b" t="t" l="l"/>
              <a:pathLst>
                <a:path h="9525" w="1949072">
                  <a:moveTo>
                    <a:pt x="0" y="0"/>
                  </a:moveTo>
                  <a:lnTo>
                    <a:pt x="0" y="9525"/>
                  </a:lnTo>
                  <a:lnTo>
                    <a:pt x="243078" y="9525"/>
                  </a:lnTo>
                  <a:lnTo>
                    <a:pt x="243078" y="0"/>
                  </a:lnTo>
                  <a:close/>
                  <a:moveTo>
                    <a:pt x="301752" y="0"/>
                  </a:moveTo>
                  <a:lnTo>
                    <a:pt x="301752" y="9525"/>
                  </a:lnTo>
                  <a:lnTo>
                    <a:pt x="1949072" y="9525"/>
                  </a:lnTo>
                  <a:lnTo>
                    <a:pt x="1949072" y="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50638" y="8129358"/>
            <a:ext cx="5498309" cy="1633258"/>
            <a:chOff x="0" y="0"/>
            <a:chExt cx="3441700" cy="1022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3025" y="73152"/>
              <a:ext cx="3295523" cy="876046"/>
            </a:xfrm>
            <a:custGeom>
              <a:avLst/>
              <a:gdLst/>
              <a:ahLst/>
              <a:cxnLst/>
              <a:rect r="r" b="b" t="t" l="l"/>
              <a:pathLst>
                <a:path h="876046" w="3295523">
                  <a:moveTo>
                    <a:pt x="0" y="828675"/>
                  </a:moveTo>
                  <a:lnTo>
                    <a:pt x="0" y="47371"/>
                  </a:lnTo>
                  <a:cubicBezTo>
                    <a:pt x="0" y="41021"/>
                    <a:pt x="1143" y="35052"/>
                    <a:pt x="3556" y="29210"/>
                  </a:cubicBezTo>
                  <a:cubicBezTo>
                    <a:pt x="5969" y="23368"/>
                    <a:pt x="9398" y="18288"/>
                    <a:pt x="13843" y="13843"/>
                  </a:cubicBezTo>
                  <a:cubicBezTo>
                    <a:pt x="18288" y="9398"/>
                    <a:pt x="23368" y="5969"/>
                    <a:pt x="29210" y="3556"/>
                  </a:cubicBezTo>
                  <a:cubicBezTo>
                    <a:pt x="35052" y="1143"/>
                    <a:pt x="41021" y="0"/>
                    <a:pt x="47371" y="0"/>
                  </a:cubicBezTo>
                  <a:lnTo>
                    <a:pt x="3248152" y="0"/>
                  </a:lnTo>
                  <a:cubicBezTo>
                    <a:pt x="3254502" y="0"/>
                    <a:pt x="3260471" y="1143"/>
                    <a:pt x="3266313" y="3556"/>
                  </a:cubicBezTo>
                  <a:cubicBezTo>
                    <a:pt x="3272155" y="5969"/>
                    <a:pt x="3277235" y="9398"/>
                    <a:pt x="3281680" y="13843"/>
                  </a:cubicBezTo>
                  <a:cubicBezTo>
                    <a:pt x="3286125" y="18288"/>
                    <a:pt x="3289554" y="23368"/>
                    <a:pt x="3291967" y="29210"/>
                  </a:cubicBezTo>
                  <a:cubicBezTo>
                    <a:pt x="3294380" y="35052"/>
                    <a:pt x="3295523" y="41021"/>
                    <a:pt x="3295523" y="47371"/>
                  </a:cubicBezTo>
                  <a:lnTo>
                    <a:pt x="3295523" y="828675"/>
                  </a:lnTo>
                  <a:cubicBezTo>
                    <a:pt x="3295523" y="835025"/>
                    <a:pt x="3294380" y="840994"/>
                    <a:pt x="3291967" y="846836"/>
                  </a:cubicBezTo>
                  <a:cubicBezTo>
                    <a:pt x="3289554" y="852678"/>
                    <a:pt x="3286125" y="857758"/>
                    <a:pt x="3281680" y="862203"/>
                  </a:cubicBezTo>
                  <a:cubicBezTo>
                    <a:pt x="3277235" y="866648"/>
                    <a:pt x="3272155" y="870077"/>
                    <a:pt x="3266313" y="872490"/>
                  </a:cubicBezTo>
                  <a:cubicBezTo>
                    <a:pt x="3260471" y="874903"/>
                    <a:pt x="3254502" y="876046"/>
                    <a:pt x="3248152" y="876046"/>
                  </a:cubicBezTo>
                  <a:lnTo>
                    <a:pt x="47498" y="876046"/>
                  </a:lnTo>
                  <a:cubicBezTo>
                    <a:pt x="41148" y="876046"/>
                    <a:pt x="35179" y="874903"/>
                    <a:pt x="29337" y="872490"/>
                  </a:cubicBezTo>
                  <a:cubicBezTo>
                    <a:pt x="23495" y="870077"/>
                    <a:pt x="18415" y="866648"/>
                    <a:pt x="13970" y="862203"/>
                  </a:cubicBezTo>
                  <a:cubicBezTo>
                    <a:pt x="9525" y="857758"/>
                    <a:pt x="6096" y="852678"/>
                    <a:pt x="3683" y="846836"/>
                  </a:cubicBezTo>
                  <a:cubicBezTo>
                    <a:pt x="1270" y="840994"/>
                    <a:pt x="127" y="835025"/>
                    <a:pt x="127" y="828675"/>
                  </a:cubicBez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314700" cy="895350"/>
            </a:xfrm>
            <a:custGeom>
              <a:avLst/>
              <a:gdLst/>
              <a:ahLst/>
              <a:cxnLst/>
              <a:rect r="r" b="b" t="t" l="l"/>
              <a:pathLst>
                <a:path h="895350" w="3314700">
                  <a:moveTo>
                    <a:pt x="0" y="838327"/>
                  </a:moveTo>
                  <a:lnTo>
                    <a:pt x="0" y="57023"/>
                  </a:lnTo>
                  <a:lnTo>
                    <a:pt x="9525" y="57023"/>
                  </a:lnTo>
                  <a:lnTo>
                    <a:pt x="0" y="57023"/>
                  </a:lnTo>
                  <a:cubicBezTo>
                    <a:pt x="0" y="49530"/>
                    <a:pt x="1397" y="42164"/>
                    <a:pt x="4318" y="35179"/>
                  </a:cubicBezTo>
                  <a:lnTo>
                    <a:pt x="13081" y="38862"/>
                  </a:lnTo>
                  <a:lnTo>
                    <a:pt x="4318" y="35179"/>
                  </a:lnTo>
                  <a:cubicBezTo>
                    <a:pt x="7239" y="28194"/>
                    <a:pt x="11303" y="21971"/>
                    <a:pt x="16637" y="16637"/>
                  </a:cubicBezTo>
                  <a:lnTo>
                    <a:pt x="23368" y="23368"/>
                  </a:lnTo>
                  <a:lnTo>
                    <a:pt x="16637" y="16637"/>
                  </a:lnTo>
                  <a:cubicBezTo>
                    <a:pt x="21971" y="11303"/>
                    <a:pt x="28194" y="7112"/>
                    <a:pt x="35179" y="4318"/>
                  </a:cubicBezTo>
                  <a:lnTo>
                    <a:pt x="38862" y="13081"/>
                  </a:lnTo>
                  <a:lnTo>
                    <a:pt x="35179" y="4318"/>
                  </a:lnTo>
                  <a:cubicBezTo>
                    <a:pt x="42164" y="1397"/>
                    <a:pt x="49403" y="0"/>
                    <a:pt x="57023" y="0"/>
                  </a:cubicBezTo>
                  <a:lnTo>
                    <a:pt x="57023" y="9525"/>
                  </a:lnTo>
                  <a:lnTo>
                    <a:pt x="57023" y="0"/>
                  </a:lnTo>
                  <a:lnTo>
                    <a:pt x="3257677" y="0"/>
                  </a:lnTo>
                  <a:lnTo>
                    <a:pt x="3257677" y="9525"/>
                  </a:lnTo>
                  <a:lnTo>
                    <a:pt x="3257677" y="0"/>
                  </a:lnTo>
                  <a:cubicBezTo>
                    <a:pt x="3265170" y="0"/>
                    <a:pt x="3272536" y="1397"/>
                    <a:pt x="3279521" y="4318"/>
                  </a:cubicBezTo>
                  <a:lnTo>
                    <a:pt x="3275838" y="13081"/>
                  </a:lnTo>
                  <a:lnTo>
                    <a:pt x="3279521" y="4318"/>
                  </a:lnTo>
                  <a:cubicBezTo>
                    <a:pt x="3286506" y="7239"/>
                    <a:pt x="3292729" y="11303"/>
                    <a:pt x="3298063" y="16637"/>
                  </a:cubicBezTo>
                  <a:cubicBezTo>
                    <a:pt x="3303397" y="21971"/>
                    <a:pt x="3307588" y="28194"/>
                    <a:pt x="3310382" y="35179"/>
                  </a:cubicBezTo>
                  <a:lnTo>
                    <a:pt x="3301619" y="38862"/>
                  </a:lnTo>
                  <a:lnTo>
                    <a:pt x="3310382" y="35179"/>
                  </a:lnTo>
                  <a:cubicBezTo>
                    <a:pt x="3313303" y="42164"/>
                    <a:pt x="3314700" y="49403"/>
                    <a:pt x="3314700" y="57023"/>
                  </a:cubicBezTo>
                  <a:lnTo>
                    <a:pt x="3314700" y="838327"/>
                  </a:lnTo>
                  <a:cubicBezTo>
                    <a:pt x="3314700" y="845820"/>
                    <a:pt x="3313303" y="853186"/>
                    <a:pt x="3310382" y="860171"/>
                  </a:cubicBezTo>
                  <a:cubicBezTo>
                    <a:pt x="3307461" y="867156"/>
                    <a:pt x="3303397" y="873379"/>
                    <a:pt x="3298063" y="878713"/>
                  </a:cubicBezTo>
                  <a:cubicBezTo>
                    <a:pt x="3292729" y="884047"/>
                    <a:pt x="3286506" y="888238"/>
                    <a:pt x="3279521" y="891032"/>
                  </a:cubicBezTo>
                  <a:lnTo>
                    <a:pt x="3275838" y="882269"/>
                  </a:lnTo>
                  <a:lnTo>
                    <a:pt x="3279521" y="891032"/>
                  </a:lnTo>
                  <a:cubicBezTo>
                    <a:pt x="3272536" y="893953"/>
                    <a:pt x="3265297" y="895350"/>
                    <a:pt x="3257677" y="895350"/>
                  </a:cubicBezTo>
                  <a:lnTo>
                    <a:pt x="57023" y="895350"/>
                  </a:lnTo>
                  <a:cubicBezTo>
                    <a:pt x="49530" y="895350"/>
                    <a:pt x="42164" y="893953"/>
                    <a:pt x="35179" y="891032"/>
                  </a:cubicBezTo>
                  <a:lnTo>
                    <a:pt x="38862" y="882269"/>
                  </a:lnTo>
                  <a:lnTo>
                    <a:pt x="35179" y="891032"/>
                  </a:lnTo>
                  <a:cubicBezTo>
                    <a:pt x="28194" y="888111"/>
                    <a:pt x="21971" y="884047"/>
                    <a:pt x="16637" y="878713"/>
                  </a:cubicBezTo>
                  <a:lnTo>
                    <a:pt x="23368" y="871982"/>
                  </a:lnTo>
                  <a:lnTo>
                    <a:pt x="16637" y="878713"/>
                  </a:lnTo>
                  <a:cubicBezTo>
                    <a:pt x="11303" y="873379"/>
                    <a:pt x="7112" y="867156"/>
                    <a:pt x="4318" y="860171"/>
                  </a:cubicBezTo>
                  <a:cubicBezTo>
                    <a:pt x="1397" y="853186"/>
                    <a:pt x="0" y="845947"/>
                    <a:pt x="0" y="838327"/>
                  </a:cubicBezTo>
                  <a:lnTo>
                    <a:pt x="9525" y="838327"/>
                  </a:lnTo>
                  <a:lnTo>
                    <a:pt x="0" y="838327"/>
                  </a:lnTo>
                  <a:moveTo>
                    <a:pt x="19050" y="838327"/>
                  </a:moveTo>
                  <a:cubicBezTo>
                    <a:pt x="19050" y="843407"/>
                    <a:pt x="20066" y="848233"/>
                    <a:pt x="21971" y="852805"/>
                  </a:cubicBezTo>
                  <a:lnTo>
                    <a:pt x="13208" y="856488"/>
                  </a:lnTo>
                  <a:lnTo>
                    <a:pt x="21971" y="852805"/>
                  </a:lnTo>
                  <a:cubicBezTo>
                    <a:pt x="23876" y="857504"/>
                    <a:pt x="26670" y="861568"/>
                    <a:pt x="30226" y="865124"/>
                  </a:cubicBezTo>
                  <a:cubicBezTo>
                    <a:pt x="33782" y="868680"/>
                    <a:pt x="37846" y="871474"/>
                    <a:pt x="42545" y="873379"/>
                  </a:cubicBezTo>
                  <a:cubicBezTo>
                    <a:pt x="47244" y="875284"/>
                    <a:pt x="52070" y="876300"/>
                    <a:pt x="57023" y="876300"/>
                  </a:cubicBezTo>
                  <a:lnTo>
                    <a:pt x="57023" y="885825"/>
                  </a:lnTo>
                  <a:lnTo>
                    <a:pt x="57023" y="876300"/>
                  </a:lnTo>
                  <a:lnTo>
                    <a:pt x="3257677" y="876300"/>
                  </a:lnTo>
                  <a:lnTo>
                    <a:pt x="3257677" y="885825"/>
                  </a:lnTo>
                  <a:lnTo>
                    <a:pt x="3257677" y="876300"/>
                  </a:lnTo>
                  <a:cubicBezTo>
                    <a:pt x="3262757" y="876300"/>
                    <a:pt x="3267583" y="875284"/>
                    <a:pt x="3272155" y="873379"/>
                  </a:cubicBezTo>
                  <a:cubicBezTo>
                    <a:pt x="3276727" y="871474"/>
                    <a:pt x="3280918" y="868680"/>
                    <a:pt x="3284474" y="865124"/>
                  </a:cubicBezTo>
                  <a:lnTo>
                    <a:pt x="3291205" y="871855"/>
                  </a:lnTo>
                  <a:lnTo>
                    <a:pt x="3284474" y="865124"/>
                  </a:lnTo>
                  <a:cubicBezTo>
                    <a:pt x="3288030" y="861568"/>
                    <a:pt x="3290824" y="857504"/>
                    <a:pt x="3292729" y="852805"/>
                  </a:cubicBezTo>
                  <a:lnTo>
                    <a:pt x="3301492" y="856488"/>
                  </a:lnTo>
                  <a:lnTo>
                    <a:pt x="3292729" y="852805"/>
                  </a:lnTo>
                  <a:cubicBezTo>
                    <a:pt x="3294634" y="848106"/>
                    <a:pt x="3295650" y="843280"/>
                    <a:pt x="3295650" y="838327"/>
                  </a:cubicBezTo>
                  <a:lnTo>
                    <a:pt x="3305175" y="838327"/>
                  </a:lnTo>
                  <a:lnTo>
                    <a:pt x="3295650" y="838327"/>
                  </a:lnTo>
                  <a:lnTo>
                    <a:pt x="3295650" y="57023"/>
                  </a:lnTo>
                  <a:lnTo>
                    <a:pt x="3305175" y="57023"/>
                  </a:lnTo>
                  <a:lnTo>
                    <a:pt x="3295650" y="57023"/>
                  </a:lnTo>
                  <a:cubicBezTo>
                    <a:pt x="3295650" y="51943"/>
                    <a:pt x="3294634" y="47117"/>
                    <a:pt x="3292729" y="42545"/>
                  </a:cubicBezTo>
                  <a:cubicBezTo>
                    <a:pt x="3290824" y="37846"/>
                    <a:pt x="3288030" y="33782"/>
                    <a:pt x="3284474" y="30226"/>
                  </a:cubicBezTo>
                  <a:lnTo>
                    <a:pt x="3291205" y="23495"/>
                  </a:lnTo>
                  <a:lnTo>
                    <a:pt x="3284474" y="30226"/>
                  </a:lnTo>
                  <a:cubicBezTo>
                    <a:pt x="3280918" y="26670"/>
                    <a:pt x="3276854" y="23876"/>
                    <a:pt x="3272155" y="21971"/>
                  </a:cubicBezTo>
                  <a:cubicBezTo>
                    <a:pt x="3267456" y="20066"/>
                    <a:pt x="3262630" y="19050"/>
                    <a:pt x="3257677" y="19050"/>
                  </a:cubicBezTo>
                  <a:lnTo>
                    <a:pt x="57023" y="19050"/>
                  </a:lnTo>
                  <a:cubicBezTo>
                    <a:pt x="51943" y="19050"/>
                    <a:pt x="47117" y="20066"/>
                    <a:pt x="42545" y="21971"/>
                  </a:cubicBezTo>
                  <a:cubicBezTo>
                    <a:pt x="37846" y="23876"/>
                    <a:pt x="33782" y="26670"/>
                    <a:pt x="30226" y="30226"/>
                  </a:cubicBezTo>
                  <a:cubicBezTo>
                    <a:pt x="26670" y="33782"/>
                    <a:pt x="23876" y="37846"/>
                    <a:pt x="21971" y="42545"/>
                  </a:cubicBezTo>
                  <a:cubicBezTo>
                    <a:pt x="20066" y="47244"/>
                    <a:pt x="19050" y="52070"/>
                    <a:pt x="19050" y="57023"/>
                  </a:cubicBezTo>
                  <a:lnTo>
                    <a:pt x="19050" y="83832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72344" y="5469241"/>
            <a:ext cx="9558803" cy="21219"/>
            <a:chOff x="0" y="0"/>
            <a:chExt cx="4290860" cy="95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90818" cy="9525"/>
            </a:xfrm>
            <a:custGeom>
              <a:avLst/>
              <a:gdLst/>
              <a:ahLst/>
              <a:cxnLst/>
              <a:rect r="r" b="b" t="t" l="l"/>
              <a:pathLst>
                <a:path h="9525" w="4290818">
                  <a:moveTo>
                    <a:pt x="0" y="0"/>
                  </a:moveTo>
                  <a:lnTo>
                    <a:pt x="0" y="9525"/>
                  </a:lnTo>
                  <a:lnTo>
                    <a:pt x="243078" y="9525"/>
                  </a:lnTo>
                  <a:lnTo>
                    <a:pt x="243078" y="0"/>
                  </a:lnTo>
                  <a:close/>
                  <a:moveTo>
                    <a:pt x="301752" y="0"/>
                  </a:moveTo>
                  <a:lnTo>
                    <a:pt x="301752" y="9525"/>
                  </a:lnTo>
                  <a:lnTo>
                    <a:pt x="4290818" y="9525"/>
                  </a:lnTo>
                  <a:lnTo>
                    <a:pt x="4290818" y="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298931" y="8045818"/>
            <a:ext cx="5513525" cy="1633258"/>
            <a:chOff x="0" y="0"/>
            <a:chExt cx="3451225" cy="1022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3025" y="73152"/>
              <a:ext cx="3305048" cy="876046"/>
            </a:xfrm>
            <a:custGeom>
              <a:avLst/>
              <a:gdLst/>
              <a:ahLst/>
              <a:cxnLst/>
              <a:rect r="r" b="b" t="t" l="l"/>
              <a:pathLst>
                <a:path h="876046" w="3305048">
                  <a:moveTo>
                    <a:pt x="0" y="828675"/>
                  </a:moveTo>
                  <a:lnTo>
                    <a:pt x="0" y="47371"/>
                  </a:lnTo>
                  <a:cubicBezTo>
                    <a:pt x="0" y="41021"/>
                    <a:pt x="1143" y="35052"/>
                    <a:pt x="3556" y="29210"/>
                  </a:cubicBezTo>
                  <a:cubicBezTo>
                    <a:pt x="5969" y="23368"/>
                    <a:pt x="9398" y="18288"/>
                    <a:pt x="13843" y="13843"/>
                  </a:cubicBezTo>
                  <a:cubicBezTo>
                    <a:pt x="18288" y="9398"/>
                    <a:pt x="23368" y="5969"/>
                    <a:pt x="29210" y="3556"/>
                  </a:cubicBezTo>
                  <a:cubicBezTo>
                    <a:pt x="35052" y="1143"/>
                    <a:pt x="41148" y="0"/>
                    <a:pt x="47371" y="0"/>
                  </a:cubicBezTo>
                  <a:lnTo>
                    <a:pt x="3257677" y="0"/>
                  </a:lnTo>
                  <a:cubicBezTo>
                    <a:pt x="3264027" y="0"/>
                    <a:pt x="3269996" y="1143"/>
                    <a:pt x="3275838" y="3556"/>
                  </a:cubicBezTo>
                  <a:cubicBezTo>
                    <a:pt x="3281680" y="5969"/>
                    <a:pt x="3286760" y="9398"/>
                    <a:pt x="3291205" y="13843"/>
                  </a:cubicBezTo>
                  <a:cubicBezTo>
                    <a:pt x="3295650" y="18288"/>
                    <a:pt x="3299079" y="23368"/>
                    <a:pt x="3301492" y="29210"/>
                  </a:cubicBezTo>
                  <a:cubicBezTo>
                    <a:pt x="3303905" y="35052"/>
                    <a:pt x="3305048" y="41021"/>
                    <a:pt x="3305048" y="47371"/>
                  </a:cubicBezTo>
                  <a:lnTo>
                    <a:pt x="3305048" y="828675"/>
                  </a:lnTo>
                  <a:cubicBezTo>
                    <a:pt x="3305048" y="835025"/>
                    <a:pt x="3303905" y="840994"/>
                    <a:pt x="3301492" y="846836"/>
                  </a:cubicBezTo>
                  <a:cubicBezTo>
                    <a:pt x="3299079" y="852678"/>
                    <a:pt x="3295650" y="857758"/>
                    <a:pt x="3291205" y="862203"/>
                  </a:cubicBezTo>
                  <a:cubicBezTo>
                    <a:pt x="3286760" y="866648"/>
                    <a:pt x="3281680" y="870077"/>
                    <a:pt x="3275838" y="872490"/>
                  </a:cubicBezTo>
                  <a:cubicBezTo>
                    <a:pt x="3269996" y="874903"/>
                    <a:pt x="3264027" y="876046"/>
                    <a:pt x="3257677" y="876046"/>
                  </a:cubicBezTo>
                  <a:lnTo>
                    <a:pt x="47498" y="876046"/>
                  </a:lnTo>
                  <a:cubicBezTo>
                    <a:pt x="41148" y="876046"/>
                    <a:pt x="35179" y="874903"/>
                    <a:pt x="29337" y="872490"/>
                  </a:cubicBezTo>
                  <a:cubicBezTo>
                    <a:pt x="23495" y="870077"/>
                    <a:pt x="18415" y="866648"/>
                    <a:pt x="13970" y="862203"/>
                  </a:cubicBezTo>
                  <a:cubicBezTo>
                    <a:pt x="9525" y="857758"/>
                    <a:pt x="6096" y="852678"/>
                    <a:pt x="3683" y="846836"/>
                  </a:cubicBezTo>
                  <a:cubicBezTo>
                    <a:pt x="1270" y="840994"/>
                    <a:pt x="127" y="835025"/>
                    <a:pt x="127" y="828675"/>
                  </a:cubicBez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3324225" cy="895350"/>
            </a:xfrm>
            <a:custGeom>
              <a:avLst/>
              <a:gdLst/>
              <a:ahLst/>
              <a:cxnLst/>
              <a:rect r="r" b="b" t="t" l="l"/>
              <a:pathLst>
                <a:path h="895350" w="3324225">
                  <a:moveTo>
                    <a:pt x="0" y="838327"/>
                  </a:moveTo>
                  <a:lnTo>
                    <a:pt x="0" y="57023"/>
                  </a:lnTo>
                  <a:lnTo>
                    <a:pt x="9525" y="57023"/>
                  </a:lnTo>
                  <a:lnTo>
                    <a:pt x="0" y="57023"/>
                  </a:lnTo>
                  <a:cubicBezTo>
                    <a:pt x="0" y="49530"/>
                    <a:pt x="1397" y="42164"/>
                    <a:pt x="4318" y="35179"/>
                  </a:cubicBezTo>
                  <a:lnTo>
                    <a:pt x="13081" y="38862"/>
                  </a:lnTo>
                  <a:lnTo>
                    <a:pt x="4318" y="35179"/>
                  </a:lnTo>
                  <a:cubicBezTo>
                    <a:pt x="7239" y="28194"/>
                    <a:pt x="11303" y="21971"/>
                    <a:pt x="16637" y="16637"/>
                  </a:cubicBezTo>
                  <a:lnTo>
                    <a:pt x="23368" y="23368"/>
                  </a:lnTo>
                  <a:lnTo>
                    <a:pt x="16637" y="16637"/>
                  </a:lnTo>
                  <a:cubicBezTo>
                    <a:pt x="21971" y="11303"/>
                    <a:pt x="28194" y="7112"/>
                    <a:pt x="35179" y="4318"/>
                  </a:cubicBezTo>
                  <a:cubicBezTo>
                    <a:pt x="42164" y="1397"/>
                    <a:pt x="49403" y="0"/>
                    <a:pt x="57023" y="0"/>
                  </a:cubicBezTo>
                  <a:lnTo>
                    <a:pt x="57023" y="9525"/>
                  </a:lnTo>
                  <a:lnTo>
                    <a:pt x="57023" y="0"/>
                  </a:lnTo>
                  <a:lnTo>
                    <a:pt x="3267202" y="0"/>
                  </a:lnTo>
                  <a:lnTo>
                    <a:pt x="3267202" y="9525"/>
                  </a:lnTo>
                  <a:lnTo>
                    <a:pt x="3267202" y="0"/>
                  </a:lnTo>
                  <a:cubicBezTo>
                    <a:pt x="3274695" y="0"/>
                    <a:pt x="3282061" y="1397"/>
                    <a:pt x="3289046" y="4318"/>
                  </a:cubicBezTo>
                  <a:cubicBezTo>
                    <a:pt x="3296031" y="7239"/>
                    <a:pt x="3302254" y="11303"/>
                    <a:pt x="3307588" y="16637"/>
                  </a:cubicBezTo>
                  <a:cubicBezTo>
                    <a:pt x="3312922" y="21971"/>
                    <a:pt x="3317113" y="28194"/>
                    <a:pt x="3319907" y="35179"/>
                  </a:cubicBezTo>
                  <a:lnTo>
                    <a:pt x="3311144" y="38862"/>
                  </a:lnTo>
                  <a:lnTo>
                    <a:pt x="3319907" y="35179"/>
                  </a:lnTo>
                  <a:cubicBezTo>
                    <a:pt x="3322828" y="42164"/>
                    <a:pt x="3324225" y="49403"/>
                    <a:pt x="3324225" y="57023"/>
                  </a:cubicBezTo>
                  <a:lnTo>
                    <a:pt x="3324225" y="838327"/>
                  </a:lnTo>
                  <a:cubicBezTo>
                    <a:pt x="3324225" y="845820"/>
                    <a:pt x="3322828" y="853186"/>
                    <a:pt x="3319907" y="860171"/>
                  </a:cubicBezTo>
                  <a:lnTo>
                    <a:pt x="3311144" y="856488"/>
                  </a:lnTo>
                  <a:lnTo>
                    <a:pt x="3319907" y="860171"/>
                  </a:lnTo>
                  <a:cubicBezTo>
                    <a:pt x="3316986" y="867156"/>
                    <a:pt x="3312922" y="873379"/>
                    <a:pt x="3307588" y="878713"/>
                  </a:cubicBezTo>
                  <a:cubicBezTo>
                    <a:pt x="3302254" y="884047"/>
                    <a:pt x="3296031" y="888238"/>
                    <a:pt x="3289046" y="891032"/>
                  </a:cubicBezTo>
                  <a:cubicBezTo>
                    <a:pt x="3282061" y="893953"/>
                    <a:pt x="3274822" y="895350"/>
                    <a:pt x="3267202" y="895350"/>
                  </a:cubicBezTo>
                  <a:lnTo>
                    <a:pt x="57023" y="895350"/>
                  </a:lnTo>
                  <a:cubicBezTo>
                    <a:pt x="49530" y="895350"/>
                    <a:pt x="42164" y="893953"/>
                    <a:pt x="35179" y="891032"/>
                  </a:cubicBezTo>
                  <a:lnTo>
                    <a:pt x="38862" y="882269"/>
                  </a:lnTo>
                  <a:lnTo>
                    <a:pt x="35179" y="891032"/>
                  </a:lnTo>
                  <a:cubicBezTo>
                    <a:pt x="28194" y="888111"/>
                    <a:pt x="21971" y="884047"/>
                    <a:pt x="16637" y="878713"/>
                  </a:cubicBezTo>
                  <a:cubicBezTo>
                    <a:pt x="11303" y="873379"/>
                    <a:pt x="7112" y="867156"/>
                    <a:pt x="4318" y="860171"/>
                  </a:cubicBezTo>
                  <a:lnTo>
                    <a:pt x="13081" y="856488"/>
                  </a:lnTo>
                  <a:lnTo>
                    <a:pt x="4318" y="860171"/>
                  </a:lnTo>
                  <a:cubicBezTo>
                    <a:pt x="1397" y="853186"/>
                    <a:pt x="0" y="845947"/>
                    <a:pt x="0" y="838327"/>
                  </a:cubicBezTo>
                  <a:lnTo>
                    <a:pt x="9525" y="838327"/>
                  </a:lnTo>
                  <a:lnTo>
                    <a:pt x="0" y="838327"/>
                  </a:lnTo>
                  <a:moveTo>
                    <a:pt x="19050" y="838327"/>
                  </a:moveTo>
                  <a:cubicBezTo>
                    <a:pt x="19050" y="843407"/>
                    <a:pt x="20066" y="848233"/>
                    <a:pt x="21971" y="852805"/>
                  </a:cubicBezTo>
                  <a:cubicBezTo>
                    <a:pt x="23876" y="857377"/>
                    <a:pt x="26670" y="861568"/>
                    <a:pt x="30226" y="865124"/>
                  </a:cubicBezTo>
                  <a:lnTo>
                    <a:pt x="23495" y="871855"/>
                  </a:lnTo>
                  <a:lnTo>
                    <a:pt x="30226" y="865124"/>
                  </a:lnTo>
                  <a:cubicBezTo>
                    <a:pt x="33782" y="868680"/>
                    <a:pt x="37846" y="871474"/>
                    <a:pt x="42545" y="873379"/>
                  </a:cubicBezTo>
                  <a:cubicBezTo>
                    <a:pt x="47244" y="875284"/>
                    <a:pt x="52070" y="876300"/>
                    <a:pt x="57023" y="876300"/>
                  </a:cubicBezTo>
                  <a:lnTo>
                    <a:pt x="57023" y="885825"/>
                  </a:lnTo>
                  <a:lnTo>
                    <a:pt x="57023" y="876300"/>
                  </a:lnTo>
                  <a:lnTo>
                    <a:pt x="3267202" y="876300"/>
                  </a:lnTo>
                  <a:lnTo>
                    <a:pt x="3267202" y="885825"/>
                  </a:lnTo>
                  <a:lnTo>
                    <a:pt x="3267202" y="876300"/>
                  </a:lnTo>
                  <a:cubicBezTo>
                    <a:pt x="3272282" y="876300"/>
                    <a:pt x="3277108" y="875284"/>
                    <a:pt x="3281680" y="873379"/>
                  </a:cubicBezTo>
                  <a:lnTo>
                    <a:pt x="3285363" y="882142"/>
                  </a:lnTo>
                  <a:lnTo>
                    <a:pt x="3281680" y="873379"/>
                  </a:lnTo>
                  <a:cubicBezTo>
                    <a:pt x="3286379" y="871474"/>
                    <a:pt x="3290443" y="868680"/>
                    <a:pt x="3293999" y="865124"/>
                  </a:cubicBezTo>
                  <a:lnTo>
                    <a:pt x="3300730" y="871855"/>
                  </a:lnTo>
                  <a:lnTo>
                    <a:pt x="3293999" y="865124"/>
                  </a:lnTo>
                  <a:cubicBezTo>
                    <a:pt x="3297555" y="861568"/>
                    <a:pt x="3300349" y="857504"/>
                    <a:pt x="3302254" y="852805"/>
                  </a:cubicBezTo>
                  <a:cubicBezTo>
                    <a:pt x="3304159" y="848106"/>
                    <a:pt x="3305175" y="843280"/>
                    <a:pt x="3305175" y="838327"/>
                  </a:cubicBezTo>
                  <a:lnTo>
                    <a:pt x="3314700" y="838327"/>
                  </a:lnTo>
                  <a:lnTo>
                    <a:pt x="3305175" y="838327"/>
                  </a:lnTo>
                  <a:lnTo>
                    <a:pt x="3305175" y="57023"/>
                  </a:lnTo>
                  <a:lnTo>
                    <a:pt x="3314700" y="57023"/>
                  </a:lnTo>
                  <a:lnTo>
                    <a:pt x="3305175" y="57023"/>
                  </a:lnTo>
                  <a:cubicBezTo>
                    <a:pt x="3305175" y="51943"/>
                    <a:pt x="3304159" y="47117"/>
                    <a:pt x="3302254" y="42545"/>
                  </a:cubicBezTo>
                  <a:cubicBezTo>
                    <a:pt x="3300349" y="37846"/>
                    <a:pt x="3297555" y="33782"/>
                    <a:pt x="3293999" y="30226"/>
                  </a:cubicBezTo>
                  <a:lnTo>
                    <a:pt x="3300730" y="23495"/>
                  </a:lnTo>
                  <a:lnTo>
                    <a:pt x="3293999" y="30226"/>
                  </a:lnTo>
                  <a:cubicBezTo>
                    <a:pt x="3290443" y="26670"/>
                    <a:pt x="3286379" y="23876"/>
                    <a:pt x="3281680" y="21971"/>
                  </a:cubicBezTo>
                  <a:lnTo>
                    <a:pt x="3285363" y="13208"/>
                  </a:lnTo>
                  <a:lnTo>
                    <a:pt x="3281680" y="21971"/>
                  </a:lnTo>
                  <a:cubicBezTo>
                    <a:pt x="3276981" y="20066"/>
                    <a:pt x="3272155" y="19050"/>
                    <a:pt x="3267202" y="19050"/>
                  </a:cubicBezTo>
                  <a:lnTo>
                    <a:pt x="57023" y="19050"/>
                  </a:lnTo>
                  <a:cubicBezTo>
                    <a:pt x="51943" y="19050"/>
                    <a:pt x="47117" y="20066"/>
                    <a:pt x="42545" y="21971"/>
                  </a:cubicBezTo>
                  <a:lnTo>
                    <a:pt x="38862" y="13208"/>
                  </a:lnTo>
                  <a:lnTo>
                    <a:pt x="42545" y="21971"/>
                  </a:lnTo>
                  <a:cubicBezTo>
                    <a:pt x="37846" y="23876"/>
                    <a:pt x="33782" y="26670"/>
                    <a:pt x="30226" y="30226"/>
                  </a:cubicBezTo>
                  <a:cubicBezTo>
                    <a:pt x="26670" y="33782"/>
                    <a:pt x="23876" y="37846"/>
                    <a:pt x="21971" y="42545"/>
                  </a:cubicBezTo>
                  <a:cubicBezTo>
                    <a:pt x="20066" y="47244"/>
                    <a:pt x="19050" y="52070"/>
                    <a:pt x="19050" y="57023"/>
                  </a:cubicBezTo>
                  <a:lnTo>
                    <a:pt x="19050" y="83832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5729" y="908387"/>
            <a:ext cx="5651305" cy="56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b="true" sz="6510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Existing Work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5176" y="3174823"/>
            <a:ext cx="70377" cy="5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2"/>
              </a:lnSpc>
            </a:pPr>
            <a:r>
              <a:rPr lang="en-US" sz="2048" spc="14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6530" y="1938309"/>
            <a:ext cx="13516456" cy="78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9"/>
              </a:lnSpc>
            </a:pPr>
            <a:r>
              <a:rPr lang="en-US" sz="2847" spc="1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Several tools already provide </a:t>
            </a:r>
            <a:r>
              <a:rPr lang="en-US" b="true" sz="2847" spc="19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AI-based document question answering</a:t>
            </a:r>
            <a:r>
              <a:rPr lang="en-US" sz="2847" spc="1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, such as: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4328" y="2986017"/>
            <a:ext cx="15935611" cy="25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803" indent="-307401" lvl="1">
              <a:lnSpc>
                <a:spcPts val="7119"/>
              </a:lnSpc>
              <a:buAutoNum type="arabicPeriod" startAt="1"/>
            </a:pP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ChatPDF</a:t>
            </a: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  <a:hlinkClick r:id="rId2" tooltip="https://www.chatpdf.com/"/>
              </a:rPr>
              <a:t> </a:t>
            </a:r>
            <a:r>
              <a:rPr lang="en-US" b="true" sz="2847" spc="39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  <a:hlinkClick r:id="rId3" tooltip="https://www.chatpdf.com/"/>
              </a:rPr>
              <a:t>https://www.chatpdf.com</a:t>
            </a:r>
          </a:p>
          <a:p>
            <a:pPr algn="l" marL="614803" indent="-307401" lvl="1">
              <a:lnSpc>
                <a:spcPts val="3872"/>
              </a:lnSpc>
              <a:buAutoNum type="arabicPeriod" startAt="1"/>
            </a:pP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Humata AI </a:t>
            </a:r>
            <a:r>
              <a:rPr lang="en-US" b="true" sz="2847" spc="39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  <a:hlinkClick r:id="rId4" tooltip="https://www.humata.ai/"/>
              </a:rPr>
              <a:t>https://www.humata.ai</a:t>
            </a:r>
          </a:p>
          <a:p>
            <a:pPr algn="l">
              <a:lnSpc>
                <a:spcPts val="3872"/>
              </a:lnSpc>
            </a:pPr>
          </a:p>
          <a:p>
            <a:pPr algn="l" marL="614803" indent="-307401" lvl="1">
              <a:lnSpc>
                <a:spcPts val="4556"/>
              </a:lnSpc>
              <a:buAutoNum type="arabicPeriod" startAt="1"/>
            </a:pP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dobe Acrobat AI Assistant </a:t>
            </a:r>
            <a:r>
              <a:rPr lang="en-US" b="true" sz="2847" spc="39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  <a:hlinkClick r:id="rId5" tooltip="https://www.adobe.com/acrobat/ai-assistant.html"/>
              </a:rPr>
              <a:t>https://www.adobe.com/acrobat/ai-assistant.html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5729" y="7097626"/>
            <a:ext cx="2276994" cy="54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b="true" sz="3235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Limitations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7318" y="8696740"/>
            <a:ext cx="3702232" cy="45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Limited customization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15530" y="8533143"/>
            <a:ext cx="3856940" cy="81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Restricted document 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05802" y="8533143"/>
            <a:ext cx="4339539" cy="81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Some tools require paid subscriptions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5513" y="7369967"/>
            <a:ext cx="5513525" cy="1633258"/>
            <a:chOff x="0" y="0"/>
            <a:chExt cx="3451225" cy="1022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3025" y="73152"/>
              <a:ext cx="3305048" cy="876046"/>
            </a:xfrm>
            <a:custGeom>
              <a:avLst/>
              <a:gdLst/>
              <a:ahLst/>
              <a:cxnLst/>
              <a:rect r="r" b="b" t="t" l="l"/>
              <a:pathLst>
                <a:path h="876046" w="3305048">
                  <a:moveTo>
                    <a:pt x="0" y="828675"/>
                  </a:moveTo>
                  <a:lnTo>
                    <a:pt x="0" y="47371"/>
                  </a:lnTo>
                  <a:cubicBezTo>
                    <a:pt x="0" y="41021"/>
                    <a:pt x="1143" y="35052"/>
                    <a:pt x="3556" y="29210"/>
                  </a:cubicBezTo>
                  <a:cubicBezTo>
                    <a:pt x="5969" y="23368"/>
                    <a:pt x="9398" y="18288"/>
                    <a:pt x="13843" y="13843"/>
                  </a:cubicBezTo>
                  <a:cubicBezTo>
                    <a:pt x="18288" y="9398"/>
                    <a:pt x="23368" y="5969"/>
                    <a:pt x="29210" y="3556"/>
                  </a:cubicBezTo>
                  <a:cubicBezTo>
                    <a:pt x="35052" y="1143"/>
                    <a:pt x="41021" y="0"/>
                    <a:pt x="47371" y="0"/>
                  </a:cubicBezTo>
                  <a:lnTo>
                    <a:pt x="3257677" y="0"/>
                  </a:lnTo>
                  <a:cubicBezTo>
                    <a:pt x="3264027" y="0"/>
                    <a:pt x="3269996" y="1143"/>
                    <a:pt x="3275838" y="3556"/>
                  </a:cubicBezTo>
                  <a:cubicBezTo>
                    <a:pt x="3281680" y="5969"/>
                    <a:pt x="3286760" y="9398"/>
                    <a:pt x="3291205" y="13843"/>
                  </a:cubicBezTo>
                  <a:cubicBezTo>
                    <a:pt x="3295650" y="18288"/>
                    <a:pt x="3299079" y="23368"/>
                    <a:pt x="3301492" y="29210"/>
                  </a:cubicBezTo>
                  <a:cubicBezTo>
                    <a:pt x="3303905" y="35052"/>
                    <a:pt x="3305048" y="41021"/>
                    <a:pt x="3305048" y="47371"/>
                  </a:cubicBezTo>
                  <a:lnTo>
                    <a:pt x="3305048" y="828675"/>
                  </a:lnTo>
                  <a:cubicBezTo>
                    <a:pt x="3305048" y="835025"/>
                    <a:pt x="3303905" y="840994"/>
                    <a:pt x="3301492" y="846836"/>
                  </a:cubicBezTo>
                  <a:cubicBezTo>
                    <a:pt x="3299079" y="852678"/>
                    <a:pt x="3295650" y="857758"/>
                    <a:pt x="3291205" y="862203"/>
                  </a:cubicBezTo>
                  <a:cubicBezTo>
                    <a:pt x="3286760" y="866648"/>
                    <a:pt x="3281680" y="870077"/>
                    <a:pt x="3275838" y="872490"/>
                  </a:cubicBezTo>
                  <a:cubicBezTo>
                    <a:pt x="3269996" y="874903"/>
                    <a:pt x="3264027" y="876046"/>
                    <a:pt x="3257677" y="876046"/>
                  </a:cubicBezTo>
                  <a:lnTo>
                    <a:pt x="47498" y="876046"/>
                  </a:lnTo>
                  <a:cubicBezTo>
                    <a:pt x="41148" y="876046"/>
                    <a:pt x="35179" y="874903"/>
                    <a:pt x="29337" y="872490"/>
                  </a:cubicBezTo>
                  <a:cubicBezTo>
                    <a:pt x="23495" y="870077"/>
                    <a:pt x="18415" y="866648"/>
                    <a:pt x="13970" y="862203"/>
                  </a:cubicBezTo>
                  <a:cubicBezTo>
                    <a:pt x="9525" y="857758"/>
                    <a:pt x="6096" y="852678"/>
                    <a:pt x="3683" y="846836"/>
                  </a:cubicBezTo>
                  <a:cubicBezTo>
                    <a:pt x="1270" y="840994"/>
                    <a:pt x="127" y="835025"/>
                    <a:pt x="127" y="828675"/>
                  </a:cubicBez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3324225" cy="895350"/>
            </a:xfrm>
            <a:custGeom>
              <a:avLst/>
              <a:gdLst/>
              <a:ahLst/>
              <a:cxnLst/>
              <a:rect r="r" b="b" t="t" l="l"/>
              <a:pathLst>
                <a:path h="895350" w="3324225">
                  <a:moveTo>
                    <a:pt x="0" y="838327"/>
                  </a:moveTo>
                  <a:lnTo>
                    <a:pt x="0" y="57023"/>
                  </a:lnTo>
                  <a:lnTo>
                    <a:pt x="9525" y="57023"/>
                  </a:lnTo>
                  <a:lnTo>
                    <a:pt x="0" y="57023"/>
                  </a:lnTo>
                  <a:cubicBezTo>
                    <a:pt x="0" y="49530"/>
                    <a:pt x="1397" y="42164"/>
                    <a:pt x="4318" y="35179"/>
                  </a:cubicBezTo>
                  <a:cubicBezTo>
                    <a:pt x="7239" y="28194"/>
                    <a:pt x="11303" y="21971"/>
                    <a:pt x="16637" y="16637"/>
                  </a:cubicBezTo>
                  <a:cubicBezTo>
                    <a:pt x="21971" y="11303"/>
                    <a:pt x="28194" y="7112"/>
                    <a:pt x="35179" y="4318"/>
                  </a:cubicBezTo>
                  <a:cubicBezTo>
                    <a:pt x="42164" y="1397"/>
                    <a:pt x="49403" y="0"/>
                    <a:pt x="57023" y="0"/>
                  </a:cubicBezTo>
                  <a:lnTo>
                    <a:pt x="57023" y="9525"/>
                  </a:lnTo>
                  <a:lnTo>
                    <a:pt x="57023" y="0"/>
                  </a:lnTo>
                  <a:lnTo>
                    <a:pt x="3267202" y="0"/>
                  </a:lnTo>
                  <a:lnTo>
                    <a:pt x="3267202" y="9525"/>
                  </a:lnTo>
                  <a:lnTo>
                    <a:pt x="3267202" y="0"/>
                  </a:lnTo>
                  <a:cubicBezTo>
                    <a:pt x="3274695" y="0"/>
                    <a:pt x="3282061" y="1397"/>
                    <a:pt x="3289046" y="4318"/>
                  </a:cubicBezTo>
                  <a:cubicBezTo>
                    <a:pt x="3296031" y="7239"/>
                    <a:pt x="3302254" y="11303"/>
                    <a:pt x="3307588" y="16637"/>
                  </a:cubicBezTo>
                  <a:cubicBezTo>
                    <a:pt x="3312922" y="21971"/>
                    <a:pt x="3317113" y="28194"/>
                    <a:pt x="3319907" y="35179"/>
                  </a:cubicBezTo>
                  <a:cubicBezTo>
                    <a:pt x="3322828" y="42164"/>
                    <a:pt x="3324225" y="49403"/>
                    <a:pt x="3324225" y="57023"/>
                  </a:cubicBezTo>
                  <a:lnTo>
                    <a:pt x="3324225" y="838327"/>
                  </a:lnTo>
                  <a:cubicBezTo>
                    <a:pt x="3324225" y="845820"/>
                    <a:pt x="3322828" y="853186"/>
                    <a:pt x="3319907" y="860171"/>
                  </a:cubicBezTo>
                  <a:cubicBezTo>
                    <a:pt x="3316986" y="867156"/>
                    <a:pt x="3312922" y="873379"/>
                    <a:pt x="3307588" y="878713"/>
                  </a:cubicBezTo>
                  <a:cubicBezTo>
                    <a:pt x="3302254" y="884047"/>
                    <a:pt x="3296031" y="888238"/>
                    <a:pt x="3289046" y="891032"/>
                  </a:cubicBezTo>
                  <a:lnTo>
                    <a:pt x="3285363" y="882269"/>
                  </a:lnTo>
                  <a:lnTo>
                    <a:pt x="3289046" y="891032"/>
                  </a:lnTo>
                  <a:cubicBezTo>
                    <a:pt x="3282061" y="893953"/>
                    <a:pt x="3274822" y="895350"/>
                    <a:pt x="3267202" y="895350"/>
                  </a:cubicBezTo>
                  <a:lnTo>
                    <a:pt x="57023" y="895350"/>
                  </a:lnTo>
                  <a:cubicBezTo>
                    <a:pt x="49530" y="895350"/>
                    <a:pt x="42164" y="893953"/>
                    <a:pt x="35179" y="891032"/>
                  </a:cubicBezTo>
                  <a:cubicBezTo>
                    <a:pt x="28194" y="888111"/>
                    <a:pt x="21971" y="884047"/>
                    <a:pt x="16637" y="878713"/>
                  </a:cubicBezTo>
                  <a:cubicBezTo>
                    <a:pt x="11303" y="873379"/>
                    <a:pt x="7112" y="867156"/>
                    <a:pt x="4318" y="860171"/>
                  </a:cubicBezTo>
                  <a:cubicBezTo>
                    <a:pt x="1397" y="853186"/>
                    <a:pt x="0" y="845947"/>
                    <a:pt x="0" y="838327"/>
                  </a:cubicBezTo>
                  <a:lnTo>
                    <a:pt x="9525" y="838327"/>
                  </a:lnTo>
                  <a:lnTo>
                    <a:pt x="0" y="838327"/>
                  </a:lnTo>
                  <a:moveTo>
                    <a:pt x="19050" y="838327"/>
                  </a:moveTo>
                  <a:cubicBezTo>
                    <a:pt x="19050" y="843407"/>
                    <a:pt x="20066" y="848233"/>
                    <a:pt x="21971" y="852805"/>
                  </a:cubicBezTo>
                  <a:lnTo>
                    <a:pt x="13208" y="856488"/>
                  </a:lnTo>
                  <a:lnTo>
                    <a:pt x="21971" y="852805"/>
                  </a:lnTo>
                  <a:cubicBezTo>
                    <a:pt x="23876" y="857504"/>
                    <a:pt x="26670" y="861568"/>
                    <a:pt x="30226" y="865124"/>
                  </a:cubicBezTo>
                  <a:lnTo>
                    <a:pt x="23495" y="871855"/>
                  </a:lnTo>
                  <a:lnTo>
                    <a:pt x="30226" y="865124"/>
                  </a:lnTo>
                  <a:cubicBezTo>
                    <a:pt x="33782" y="868680"/>
                    <a:pt x="37846" y="871474"/>
                    <a:pt x="42545" y="873379"/>
                  </a:cubicBezTo>
                  <a:lnTo>
                    <a:pt x="38862" y="882142"/>
                  </a:lnTo>
                  <a:lnTo>
                    <a:pt x="42545" y="873379"/>
                  </a:lnTo>
                  <a:cubicBezTo>
                    <a:pt x="47244" y="875284"/>
                    <a:pt x="52070" y="876300"/>
                    <a:pt x="57023" y="876300"/>
                  </a:cubicBezTo>
                  <a:lnTo>
                    <a:pt x="57023" y="885825"/>
                  </a:lnTo>
                  <a:lnTo>
                    <a:pt x="57023" y="876300"/>
                  </a:lnTo>
                  <a:lnTo>
                    <a:pt x="3267202" y="876300"/>
                  </a:lnTo>
                  <a:lnTo>
                    <a:pt x="3267202" y="885825"/>
                  </a:lnTo>
                  <a:lnTo>
                    <a:pt x="3267202" y="876300"/>
                  </a:lnTo>
                  <a:cubicBezTo>
                    <a:pt x="3272282" y="876300"/>
                    <a:pt x="3277108" y="875284"/>
                    <a:pt x="3281680" y="873379"/>
                  </a:cubicBezTo>
                  <a:cubicBezTo>
                    <a:pt x="3286252" y="871474"/>
                    <a:pt x="3290443" y="868680"/>
                    <a:pt x="3293999" y="865124"/>
                  </a:cubicBezTo>
                  <a:lnTo>
                    <a:pt x="3300730" y="871855"/>
                  </a:lnTo>
                  <a:lnTo>
                    <a:pt x="3293999" y="865124"/>
                  </a:lnTo>
                  <a:cubicBezTo>
                    <a:pt x="3297555" y="861568"/>
                    <a:pt x="3300349" y="857504"/>
                    <a:pt x="3302254" y="852805"/>
                  </a:cubicBezTo>
                  <a:lnTo>
                    <a:pt x="3311017" y="856488"/>
                  </a:lnTo>
                  <a:lnTo>
                    <a:pt x="3302254" y="852805"/>
                  </a:lnTo>
                  <a:cubicBezTo>
                    <a:pt x="3304159" y="848106"/>
                    <a:pt x="3305175" y="843280"/>
                    <a:pt x="3305175" y="838327"/>
                  </a:cubicBezTo>
                  <a:lnTo>
                    <a:pt x="3314700" y="838327"/>
                  </a:lnTo>
                  <a:lnTo>
                    <a:pt x="3305175" y="838327"/>
                  </a:lnTo>
                  <a:lnTo>
                    <a:pt x="3305175" y="57023"/>
                  </a:lnTo>
                  <a:lnTo>
                    <a:pt x="3314700" y="57023"/>
                  </a:lnTo>
                  <a:lnTo>
                    <a:pt x="3305175" y="57023"/>
                  </a:lnTo>
                  <a:cubicBezTo>
                    <a:pt x="3305175" y="51943"/>
                    <a:pt x="3304159" y="47117"/>
                    <a:pt x="3302254" y="42545"/>
                  </a:cubicBezTo>
                  <a:lnTo>
                    <a:pt x="3311017" y="38862"/>
                  </a:lnTo>
                  <a:lnTo>
                    <a:pt x="3302254" y="42545"/>
                  </a:lnTo>
                  <a:cubicBezTo>
                    <a:pt x="3300349" y="37846"/>
                    <a:pt x="3297555" y="33782"/>
                    <a:pt x="3293999" y="30226"/>
                  </a:cubicBezTo>
                  <a:lnTo>
                    <a:pt x="3300730" y="23495"/>
                  </a:lnTo>
                  <a:lnTo>
                    <a:pt x="3293999" y="30226"/>
                  </a:lnTo>
                  <a:cubicBezTo>
                    <a:pt x="3290443" y="26670"/>
                    <a:pt x="3286379" y="23876"/>
                    <a:pt x="3281680" y="21971"/>
                  </a:cubicBezTo>
                  <a:lnTo>
                    <a:pt x="3285363" y="13208"/>
                  </a:lnTo>
                  <a:lnTo>
                    <a:pt x="3281680" y="21971"/>
                  </a:lnTo>
                  <a:cubicBezTo>
                    <a:pt x="3276981" y="20066"/>
                    <a:pt x="3272155" y="19050"/>
                    <a:pt x="3267202" y="19050"/>
                  </a:cubicBezTo>
                  <a:lnTo>
                    <a:pt x="57023" y="19050"/>
                  </a:lnTo>
                  <a:cubicBezTo>
                    <a:pt x="51943" y="19050"/>
                    <a:pt x="47117" y="20066"/>
                    <a:pt x="42545" y="21971"/>
                  </a:cubicBezTo>
                  <a:lnTo>
                    <a:pt x="38862" y="13208"/>
                  </a:lnTo>
                  <a:lnTo>
                    <a:pt x="42545" y="21971"/>
                  </a:lnTo>
                  <a:cubicBezTo>
                    <a:pt x="37846" y="23876"/>
                    <a:pt x="33782" y="26670"/>
                    <a:pt x="30226" y="30226"/>
                  </a:cubicBezTo>
                  <a:lnTo>
                    <a:pt x="23495" y="23495"/>
                  </a:lnTo>
                  <a:lnTo>
                    <a:pt x="30226" y="30226"/>
                  </a:lnTo>
                  <a:cubicBezTo>
                    <a:pt x="26670" y="33782"/>
                    <a:pt x="23876" y="37846"/>
                    <a:pt x="21971" y="42545"/>
                  </a:cubicBezTo>
                  <a:lnTo>
                    <a:pt x="13208" y="38862"/>
                  </a:lnTo>
                  <a:lnTo>
                    <a:pt x="21971" y="42545"/>
                  </a:lnTo>
                  <a:cubicBezTo>
                    <a:pt x="20066" y="47244"/>
                    <a:pt x="19050" y="52070"/>
                    <a:pt x="19050" y="57023"/>
                  </a:cubicBezTo>
                  <a:lnTo>
                    <a:pt x="19050" y="83832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6963" y="3880268"/>
            <a:ext cx="8080086" cy="30433"/>
            <a:chOff x="0" y="0"/>
            <a:chExt cx="5057775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7775" cy="19050"/>
            </a:xfrm>
            <a:custGeom>
              <a:avLst/>
              <a:gdLst/>
              <a:ahLst/>
              <a:cxnLst/>
              <a:rect r="r" b="b" t="t" l="l"/>
              <a:pathLst>
                <a:path h="19050" w="5057775">
                  <a:moveTo>
                    <a:pt x="0" y="0"/>
                  </a:moveTo>
                  <a:lnTo>
                    <a:pt x="5057775" y="0"/>
                  </a:lnTo>
                  <a:lnTo>
                    <a:pt x="50577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6963" y="5356291"/>
            <a:ext cx="8080086" cy="30433"/>
            <a:chOff x="0" y="0"/>
            <a:chExt cx="5057775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7775" cy="19050"/>
            </a:xfrm>
            <a:custGeom>
              <a:avLst/>
              <a:gdLst/>
              <a:ahLst/>
              <a:cxnLst/>
              <a:rect r="r" b="b" t="t" l="l"/>
              <a:pathLst>
                <a:path h="19050" w="5057775">
                  <a:moveTo>
                    <a:pt x="0" y="0"/>
                  </a:moveTo>
                  <a:lnTo>
                    <a:pt x="5057775" y="0"/>
                  </a:lnTo>
                  <a:lnTo>
                    <a:pt x="50577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94838" y="7369967"/>
            <a:ext cx="5498309" cy="1633258"/>
            <a:chOff x="0" y="0"/>
            <a:chExt cx="3441700" cy="1022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3025" y="73152"/>
              <a:ext cx="3295523" cy="876046"/>
            </a:xfrm>
            <a:custGeom>
              <a:avLst/>
              <a:gdLst/>
              <a:ahLst/>
              <a:cxnLst/>
              <a:rect r="r" b="b" t="t" l="l"/>
              <a:pathLst>
                <a:path h="876046" w="3295523">
                  <a:moveTo>
                    <a:pt x="0" y="828675"/>
                  </a:moveTo>
                  <a:lnTo>
                    <a:pt x="0" y="47371"/>
                  </a:lnTo>
                  <a:cubicBezTo>
                    <a:pt x="0" y="41021"/>
                    <a:pt x="1143" y="35052"/>
                    <a:pt x="3556" y="29210"/>
                  </a:cubicBezTo>
                  <a:cubicBezTo>
                    <a:pt x="5969" y="23368"/>
                    <a:pt x="9398" y="18288"/>
                    <a:pt x="13843" y="13843"/>
                  </a:cubicBezTo>
                  <a:cubicBezTo>
                    <a:pt x="18288" y="9398"/>
                    <a:pt x="23368" y="5969"/>
                    <a:pt x="29210" y="3556"/>
                  </a:cubicBezTo>
                  <a:cubicBezTo>
                    <a:pt x="35052" y="1143"/>
                    <a:pt x="41021" y="0"/>
                    <a:pt x="47371" y="0"/>
                  </a:cubicBezTo>
                  <a:lnTo>
                    <a:pt x="3248152" y="0"/>
                  </a:lnTo>
                  <a:cubicBezTo>
                    <a:pt x="3254502" y="0"/>
                    <a:pt x="3260471" y="1143"/>
                    <a:pt x="3266313" y="3556"/>
                  </a:cubicBezTo>
                  <a:cubicBezTo>
                    <a:pt x="3272155" y="5969"/>
                    <a:pt x="3277235" y="9398"/>
                    <a:pt x="3281680" y="13843"/>
                  </a:cubicBezTo>
                  <a:cubicBezTo>
                    <a:pt x="3286125" y="18288"/>
                    <a:pt x="3289554" y="23368"/>
                    <a:pt x="3291967" y="29210"/>
                  </a:cubicBezTo>
                  <a:cubicBezTo>
                    <a:pt x="3294380" y="35052"/>
                    <a:pt x="3295523" y="41021"/>
                    <a:pt x="3295523" y="47371"/>
                  </a:cubicBezTo>
                  <a:lnTo>
                    <a:pt x="3295523" y="828675"/>
                  </a:lnTo>
                  <a:cubicBezTo>
                    <a:pt x="3295523" y="835025"/>
                    <a:pt x="3294380" y="840994"/>
                    <a:pt x="3291967" y="846836"/>
                  </a:cubicBezTo>
                  <a:cubicBezTo>
                    <a:pt x="3289554" y="852678"/>
                    <a:pt x="3286125" y="857758"/>
                    <a:pt x="3281680" y="862203"/>
                  </a:cubicBezTo>
                  <a:cubicBezTo>
                    <a:pt x="3277235" y="866648"/>
                    <a:pt x="3272155" y="870077"/>
                    <a:pt x="3266313" y="872490"/>
                  </a:cubicBezTo>
                  <a:cubicBezTo>
                    <a:pt x="3260471" y="874903"/>
                    <a:pt x="3254502" y="876046"/>
                    <a:pt x="3248152" y="876046"/>
                  </a:cubicBezTo>
                  <a:lnTo>
                    <a:pt x="47498" y="876046"/>
                  </a:lnTo>
                  <a:cubicBezTo>
                    <a:pt x="41148" y="876046"/>
                    <a:pt x="35179" y="874903"/>
                    <a:pt x="29337" y="872490"/>
                  </a:cubicBezTo>
                  <a:cubicBezTo>
                    <a:pt x="23495" y="870077"/>
                    <a:pt x="18415" y="866648"/>
                    <a:pt x="13970" y="862203"/>
                  </a:cubicBezTo>
                  <a:cubicBezTo>
                    <a:pt x="9525" y="857758"/>
                    <a:pt x="6096" y="852678"/>
                    <a:pt x="3683" y="846836"/>
                  </a:cubicBezTo>
                  <a:cubicBezTo>
                    <a:pt x="1270" y="840994"/>
                    <a:pt x="127" y="835025"/>
                    <a:pt x="127" y="828675"/>
                  </a:cubicBez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314700" cy="895350"/>
            </a:xfrm>
            <a:custGeom>
              <a:avLst/>
              <a:gdLst/>
              <a:ahLst/>
              <a:cxnLst/>
              <a:rect r="r" b="b" t="t" l="l"/>
              <a:pathLst>
                <a:path h="895350" w="3314700">
                  <a:moveTo>
                    <a:pt x="0" y="838327"/>
                  </a:moveTo>
                  <a:lnTo>
                    <a:pt x="0" y="57023"/>
                  </a:lnTo>
                  <a:lnTo>
                    <a:pt x="9525" y="57023"/>
                  </a:lnTo>
                  <a:lnTo>
                    <a:pt x="0" y="57023"/>
                  </a:lnTo>
                  <a:cubicBezTo>
                    <a:pt x="0" y="49530"/>
                    <a:pt x="1397" y="42164"/>
                    <a:pt x="4318" y="35179"/>
                  </a:cubicBezTo>
                  <a:cubicBezTo>
                    <a:pt x="7239" y="28194"/>
                    <a:pt x="11303" y="21971"/>
                    <a:pt x="16637" y="16637"/>
                  </a:cubicBezTo>
                  <a:lnTo>
                    <a:pt x="23368" y="23368"/>
                  </a:lnTo>
                  <a:lnTo>
                    <a:pt x="16637" y="16637"/>
                  </a:lnTo>
                  <a:cubicBezTo>
                    <a:pt x="21971" y="11303"/>
                    <a:pt x="28194" y="7112"/>
                    <a:pt x="35179" y="4318"/>
                  </a:cubicBezTo>
                  <a:cubicBezTo>
                    <a:pt x="42164" y="1397"/>
                    <a:pt x="49403" y="0"/>
                    <a:pt x="57023" y="0"/>
                  </a:cubicBezTo>
                  <a:lnTo>
                    <a:pt x="57023" y="9525"/>
                  </a:lnTo>
                  <a:lnTo>
                    <a:pt x="57023" y="0"/>
                  </a:lnTo>
                  <a:lnTo>
                    <a:pt x="3257677" y="0"/>
                  </a:lnTo>
                  <a:lnTo>
                    <a:pt x="3257677" y="9525"/>
                  </a:lnTo>
                  <a:lnTo>
                    <a:pt x="3257677" y="0"/>
                  </a:lnTo>
                  <a:cubicBezTo>
                    <a:pt x="3265170" y="0"/>
                    <a:pt x="3272536" y="1397"/>
                    <a:pt x="3279521" y="4318"/>
                  </a:cubicBezTo>
                  <a:cubicBezTo>
                    <a:pt x="3286506" y="7239"/>
                    <a:pt x="3292729" y="11303"/>
                    <a:pt x="3298063" y="16637"/>
                  </a:cubicBezTo>
                  <a:cubicBezTo>
                    <a:pt x="3303397" y="21971"/>
                    <a:pt x="3307588" y="28194"/>
                    <a:pt x="3310382" y="35179"/>
                  </a:cubicBezTo>
                  <a:lnTo>
                    <a:pt x="3301619" y="38862"/>
                  </a:lnTo>
                  <a:lnTo>
                    <a:pt x="3310382" y="35179"/>
                  </a:lnTo>
                  <a:cubicBezTo>
                    <a:pt x="3313303" y="42164"/>
                    <a:pt x="3314700" y="49403"/>
                    <a:pt x="3314700" y="57023"/>
                  </a:cubicBezTo>
                  <a:lnTo>
                    <a:pt x="3314700" y="838327"/>
                  </a:lnTo>
                  <a:cubicBezTo>
                    <a:pt x="3314700" y="845820"/>
                    <a:pt x="3313303" y="853186"/>
                    <a:pt x="3310382" y="860171"/>
                  </a:cubicBezTo>
                  <a:cubicBezTo>
                    <a:pt x="3307461" y="867156"/>
                    <a:pt x="3303397" y="873379"/>
                    <a:pt x="3298063" y="878713"/>
                  </a:cubicBezTo>
                  <a:cubicBezTo>
                    <a:pt x="3292729" y="884047"/>
                    <a:pt x="3286506" y="888238"/>
                    <a:pt x="3279521" y="891032"/>
                  </a:cubicBezTo>
                  <a:lnTo>
                    <a:pt x="3275838" y="882269"/>
                  </a:lnTo>
                  <a:lnTo>
                    <a:pt x="3279521" y="891032"/>
                  </a:lnTo>
                  <a:cubicBezTo>
                    <a:pt x="3272536" y="893953"/>
                    <a:pt x="3265297" y="895350"/>
                    <a:pt x="3257677" y="895350"/>
                  </a:cubicBezTo>
                  <a:lnTo>
                    <a:pt x="57023" y="895350"/>
                  </a:lnTo>
                  <a:cubicBezTo>
                    <a:pt x="49530" y="895350"/>
                    <a:pt x="42164" y="893953"/>
                    <a:pt x="35179" y="891032"/>
                  </a:cubicBezTo>
                  <a:lnTo>
                    <a:pt x="38862" y="882269"/>
                  </a:lnTo>
                  <a:lnTo>
                    <a:pt x="35179" y="891032"/>
                  </a:lnTo>
                  <a:cubicBezTo>
                    <a:pt x="28194" y="888111"/>
                    <a:pt x="21971" y="884047"/>
                    <a:pt x="16637" y="878713"/>
                  </a:cubicBezTo>
                  <a:lnTo>
                    <a:pt x="23368" y="871982"/>
                  </a:lnTo>
                  <a:lnTo>
                    <a:pt x="16637" y="878713"/>
                  </a:lnTo>
                  <a:cubicBezTo>
                    <a:pt x="11303" y="873379"/>
                    <a:pt x="7112" y="867156"/>
                    <a:pt x="4318" y="860171"/>
                  </a:cubicBezTo>
                  <a:cubicBezTo>
                    <a:pt x="1397" y="853186"/>
                    <a:pt x="0" y="845947"/>
                    <a:pt x="0" y="838327"/>
                  </a:cubicBezTo>
                  <a:lnTo>
                    <a:pt x="9525" y="838327"/>
                  </a:lnTo>
                  <a:lnTo>
                    <a:pt x="0" y="838327"/>
                  </a:lnTo>
                  <a:moveTo>
                    <a:pt x="19050" y="838327"/>
                  </a:moveTo>
                  <a:cubicBezTo>
                    <a:pt x="19050" y="843407"/>
                    <a:pt x="20066" y="848233"/>
                    <a:pt x="21971" y="852805"/>
                  </a:cubicBezTo>
                  <a:lnTo>
                    <a:pt x="13208" y="856488"/>
                  </a:lnTo>
                  <a:lnTo>
                    <a:pt x="21971" y="852805"/>
                  </a:lnTo>
                  <a:cubicBezTo>
                    <a:pt x="23876" y="857504"/>
                    <a:pt x="26670" y="861568"/>
                    <a:pt x="30226" y="865124"/>
                  </a:cubicBezTo>
                  <a:cubicBezTo>
                    <a:pt x="33782" y="868680"/>
                    <a:pt x="37846" y="871474"/>
                    <a:pt x="42545" y="873379"/>
                  </a:cubicBezTo>
                  <a:cubicBezTo>
                    <a:pt x="47244" y="875284"/>
                    <a:pt x="52070" y="876300"/>
                    <a:pt x="57023" y="876300"/>
                  </a:cubicBezTo>
                  <a:lnTo>
                    <a:pt x="57023" y="885825"/>
                  </a:lnTo>
                  <a:lnTo>
                    <a:pt x="57023" y="876300"/>
                  </a:lnTo>
                  <a:lnTo>
                    <a:pt x="3257677" y="876300"/>
                  </a:lnTo>
                  <a:lnTo>
                    <a:pt x="3257677" y="885825"/>
                  </a:lnTo>
                  <a:lnTo>
                    <a:pt x="3257677" y="876300"/>
                  </a:lnTo>
                  <a:cubicBezTo>
                    <a:pt x="3262757" y="876300"/>
                    <a:pt x="3267583" y="875284"/>
                    <a:pt x="3272155" y="873379"/>
                  </a:cubicBezTo>
                  <a:cubicBezTo>
                    <a:pt x="3276727" y="871474"/>
                    <a:pt x="3280918" y="868680"/>
                    <a:pt x="3284474" y="865124"/>
                  </a:cubicBezTo>
                  <a:lnTo>
                    <a:pt x="3291205" y="871855"/>
                  </a:lnTo>
                  <a:lnTo>
                    <a:pt x="3284474" y="865124"/>
                  </a:lnTo>
                  <a:cubicBezTo>
                    <a:pt x="3288030" y="861568"/>
                    <a:pt x="3290824" y="857504"/>
                    <a:pt x="3292729" y="852805"/>
                  </a:cubicBezTo>
                  <a:lnTo>
                    <a:pt x="3301492" y="856488"/>
                  </a:lnTo>
                  <a:lnTo>
                    <a:pt x="3292729" y="852805"/>
                  </a:lnTo>
                  <a:cubicBezTo>
                    <a:pt x="3294634" y="848106"/>
                    <a:pt x="3295650" y="843280"/>
                    <a:pt x="3295650" y="838327"/>
                  </a:cubicBezTo>
                  <a:lnTo>
                    <a:pt x="3305175" y="838327"/>
                  </a:lnTo>
                  <a:lnTo>
                    <a:pt x="3295650" y="838327"/>
                  </a:lnTo>
                  <a:lnTo>
                    <a:pt x="3295650" y="57023"/>
                  </a:lnTo>
                  <a:lnTo>
                    <a:pt x="3305175" y="57023"/>
                  </a:lnTo>
                  <a:lnTo>
                    <a:pt x="3295650" y="57023"/>
                  </a:lnTo>
                  <a:cubicBezTo>
                    <a:pt x="3295650" y="51943"/>
                    <a:pt x="3294634" y="47117"/>
                    <a:pt x="3292729" y="42545"/>
                  </a:cubicBezTo>
                  <a:cubicBezTo>
                    <a:pt x="3290824" y="37846"/>
                    <a:pt x="3288030" y="33782"/>
                    <a:pt x="3284474" y="30226"/>
                  </a:cubicBezTo>
                  <a:lnTo>
                    <a:pt x="3291205" y="23495"/>
                  </a:lnTo>
                  <a:lnTo>
                    <a:pt x="3284474" y="30226"/>
                  </a:lnTo>
                  <a:cubicBezTo>
                    <a:pt x="3280918" y="26670"/>
                    <a:pt x="3276854" y="23876"/>
                    <a:pt x="3272155" y="21971"/>
                  </a:cubicBezTo>
                  <a:lnTo>
                    <a:pt x="3275838" y="13208"/>
                  </a:lnTo>
                  <a:lnTo>
                    <a:pt x="3272155" y="21971"/>
                  </a:lnTo>
                  <a:cubicBezTo>
                    <a:pt x="3267456" y="20066"/>
                    <a:pt x="3262630" y="19050"/>
                    <a:pt x="3257677" y="19050"/>
                  </a:cubicBezTo>
                  <a:lnTo>
                    <a:pt x="57023" y="19050"/>
                  </a:lnTo>
                  <a:cubicBezTo>
                    <a:pt x="51943" y="19050"/>
                    <a:pt x="47117" y="20066"/>
                    <a:pt x="42545" y="21971"/>
                  </a:cubicBezTo>
                  <a:lnTo>
                    <a:pt x="38862" y="13208"/>
                  </a:lnTo>
                  <a:lnTo>
                    <a:pt x="42545" y="21971"/>
                  </a:lnTo>
                  <a:cubicBezTo>
                    <a:pt x="37846" y="23876"/>
                    <a:pt x="33782" y="26670"/>
                    <a:pt x="30226" y="30226"/>
                  </a:cubicBezTo>
                  <a:cubicBezTo>
                    <a:pt x="26670" y="33782"/>
                    <a:pt x="23876" y="37846"/>
                    <a:pt x="21971" y="42545"/>
                  </a:cubicBezTo>
                  <a:lnTo>
                    <a:pt x="13208" y="38862"/>
                  </a:lnTo>
                  <a:lnTo>
                    <a:pt x="21971" y="42545"/>
                  </a:lnTo>
                  <a:cubicBezTo>
                    <a:pt x="20066" y="47244"/>
                    <a:pt x="19050" y="52070"/>
                    <a:pt x="19050" y="57023"/>
                  </a:cubicBezTo>
                  <a:lnTo>
                    <a:pt x="19050" y="83832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80951" y="3880268"/>
            <a:ext cx="8080086" cy="30433"/>
            <a:chOff x="0" y="0"/>
            <a:chExt cx="5057775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57775" cy="19050"/>
            </a:xfrm>
            <a:custGeom>
              <a:avLst/>
              <a:gdLst/>
              <a:ahLst/>
              <a:cxnLst/>
              <a:rect r="r" b="b" t="t" l="l"/>
              <a:pathLst>
                <a:path h="19050" w="5057775">
                  <a:moveTo>
                    <a:pt x="0" y="0"/>
                  </a:moveTo>
                  <a:lnTo>
                    <a:pt x="5057775" y="0"/>
                  </a:lnTo>
                  <a:lnTo>
                    <a:pt x="50577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80951" y="5356291"/>
            <a:ext cx="8080086" cy="30433"/>
            <a:chOff x="0" y="0"/>
            <a:chExt cx="5057775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7775" cy="19050"/>
            </a:xfrm>
            <a:custGeom>
              <a:avLst/>
              <a:gdLst/>
              <a:ahLst/>
              <a:cxnLst/>
              <a:rect r="r" b="b" t="t" l="l"/>
              <a:pathLst>
                <a:path h="19050" w="5057775">
                  <a:moveTo>
                    <a:pt x="0" y="0"/>
                  </a:moveTo>
                  <a:lnTo>
                    <a:pt x="5057775" y="0"/>
                  </a:lnTo>
                  <a:lnTo>
                    <a:pt x="50577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2D7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48946" y="7369967"/>
            <a:ext cx="5513525" cy="1633258"/>
            <a:chOff x="0" y="0"/>
            <a:chExt cx="3451225" cy="1022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3025" y="73152"/>
              <a:ext cx="3305048" cy="876046"/>
            </a:xfrm>
            <a:custGeom>
              <a:avLst/>
              <a:gdLst/>
              <a:ahLst/>
              <a:cxnLst/>
              <a:rect r="r" b="b" t="t" l="l"/>
              <a:pathLst>
                <a:path h="876046" w="3305048">
                  <a:moveTo>
                    <a:pt x="0" y="828675"/>
                  </a:moveTo>
                  <a:lnTo>
                    <a:pt x="0" y="47371"/>
                  </a:lnTo>
                  <a:cubicBezTo>
                    <a:pt x="0" y="41021"/>
                    <a:pt x="1143" y="35052"/>
                    <a:pt x="3556" y="29210"/>
                  </a:cubicBezTo>
                  <a:cubicBezTo>
                    <a:pt x="5969" y="23368"/>
                    <a:pt x="9398" y="18288"/>
                    <a:pt x="13843" y="13843"/>
                  </a:cubicBezTo>
                  <a:cubicBezTo>
                    <a:pt x="18288" y="9398"/>
                    <a:pt x="23368" y="5969"/>
                    <a:pt x="29210" y="3556"/>
                  </a:cubicBezTo>
                  <a:cubicBezTo>
                    <a:pt x="35052" y="1143"/>
                    <a:pt x="41148" y="0"/>
                    <a:pt x="47371" y="0"/>
                  </a:cubicBezTo>
                  <a:lnTo>
                    <a:pt x="3257677" y="0"/>
                  </a:lnTo>
                  <a:cubicBezTo>
                    <a:pt x="3264027" y="0"/>
                    <a:pt x="3269996" y="1143"/>
                    <a:pt x="3275838" y="3556"/>
                  </a:cubicBezTo>
                  <a:cubicBezTo>
                    <a:pt x="3281680" y="5969"/>
                    <a:pt x="3286760" y="9398"/>
                    <a:pt x="3291205" y="13843"/>
                  </a:cubicBezTo>
                  <a:cubicBezTo>
                    <a:pt x="3295650" y="18288"/>
                    <a:pt x="3299079" y="23368"/>
                    <a:pt x="3301492" y="29210"/>
                  </a:cubicBezTo>
                  <a:cubicBezTo>
                    <a:pt x="3303905" y="35052"/>
                    <a:pt x="3305048" y="41021"/>
                    <a:pt x="3305048" y="47371"/>
                  </a:cubicBezTo>
                  <a:lnTo>
                    <a:pt x="3305048" y="828675"/>
                  </a:lnTo>
                  <a:cubicBezTo>
                    <a:pt x="3305048" y="835025"/>
                    <a:pt x="3303905" y="840994"/>
                    <a:pt x="3301492" y="846836"/>
                  </a:cubicBezTo>
                  <a:cubicBezTo>
                    <a:pt x="3299079" y="852678"/>
                    <a:pt x="3295650" y="857758"/>
                    <a:pt x="3291205" y="862203"/>
                  </a:cubicBezTo>
                  <a:cubicBezTo>
                    <a:pt x="3286760" y="866648"/>
                    <a:pt x="3281680" y="870077"/>
                    <a:pt x="3275838" y="872490"/>
                  </a:cubicBezTo>
                  <a:cubicBezTo>
                    <a:pt x="3269996" y="874903"/>
                    <a:pt x="3264027" y="876046"/>
                    <a:pt x="3257677" y="876046"/>
                  </a:cubicBezTo>
                  <a:lnTo>
                    <a:pt x="47498" y="876046"/>
                  </a:lnTo>
                  <a:cubicBezTo>
                    <a:pt x="41148" y="876046"/>
                    <a:pt x="35179" y="874903"/>
                    <a:pt x="29337" y="872490"/>
                  </a:cubicBezTo>
                  <a:cubicBezTo>
                    <a:pt x="23495" y="870077"/>
                    <a:pt x="18415" y="866648"/>
                    <a:pt x="13970" y="862203"/>
                  </a:cubicBezTo>
                  <a:cubicBezTo>
                    <a:pt x="9525" y="857758"/>
                    <a:pt x="6096" y="852678"/>
                    <a:pt x="3683" y="846836"/>
                  </a:cubicBezTo>
                  <a:cubicBezTo>
                    <a:pt x="1270" y="840994"/>
                    <a:pt x="127" y="835025"/>
                    <a:pt x="127" y="828675"/>
                  </a:cubicBez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324225" cy="895350"/>
            </a:xfrm>
            <a:custGeom>
              <a:avLst/>
              <a:gdLst/>
              <a:ahLst/>
              <a:cxnLst/>
              <a:rect r="r" b="b" t="t" l="l"/>
              <a:pathLst>
                <a:path h="895350" w="3324225">
                  <a:moveTo>
                    <a:pt x="0" y="838327"/>
                  </a:moveTo>
                  <a:lnTo>
                    <a:pt x="0" y="57023"/>
                  </a:lnTo>
                  <a:lnTo>
                    <a:pt x="9525" y="57023"/>
                  </a:lnTo>
                  <a:lnTo>
                    <a:pt x="0" y="57023"/>
                  </a:lnTo>
                  <a:cubicBezTo>
                    <a:pt x="0" y="49530"/>
                    <a:pt x="1397" y="42164"/>
                    <a:pt x="4318" y="35179"/>
                  </a:cubicBezTo>
                  <a:cubicBezTo>
                    <a:pt x="7239" y="28194"/>
                    <a:pt x="11303" y="21971"/>
                    <a:pt x="16637" y="16637"/>
                  </a:cubicBezTo>
                  <a:cubicBezTo>
                    <a:pt x="21971" y="11303"/>
                    <a:pt x="28194" y="7112"/>
                    <a:pt x="35179" y="4318"/>
                  </a:cubicBezTo>
                  <a:cubicBezTo>
                    <a:pt x="42164" y="1397"/>
                    <a:pt x="49403" y="0"/>
                    <a:pt x="57023" y="0"/>
                  </a:cubicBezTo>
                  <a:lnTo>
                    <a:pt x="57023" y="9525"/>
                  </a:lnTo>
                  <a:lnTo>
                    <a:pt x="57023" y="0"/>
                  </a:lnTo>
                  <a:lnTo>
                    <a:pt x="3267202" y="0"/>
                  </a:lnTo>
                  <a:lnTo>
                    <a:pt x="3267202" y="9525"/>
                  </a:lnTo>
                  <a:lnTo>
                    <a:pt x="3267202" y="0"/>
                  </a:lnTo>
                  <a:cubicBezTo>
                    <a:pt x="3274695" y="0"/>
                    <a:pt x="3282061" y="1397"/>
                    <a:pt x="3289046" y="4318"/>
                  </a:cubicBezTo>
                  <a:cubicBezTo>
                    <a:pt x="3296031" y="7239"/>
                    <a:pt x="3302254" y="11303"/>
                    <a:pt x="3307588" y="16637"/>
                  </a:cubicBezTo>
                  <a:cubicBezTo>
                    <a:pt x="3312922" y="21971"/>
                    <a:pt x="3317113" y="28194"/>
                    <a:pt x="3319907" y="35179"/>
                  </a:cubicBezTo>
                  <a:cubicBezTo>
                    <a:pt x="3322828" y="42164"/>
                    <a:pt x="3324225" y="49403"/>
                    <a:pt x="3324225" y="57023"/>
                  </a:cubicBezTo>
                  <a:lnTo>
                    <a:pt x="3324225" y="838327"/>
                  </a:lnTo>
                  <a:cubicBezTo>
                    <a:pt x="3324225" y="845820"/>
                    <a:pt x="3322828" y="853186"/>
                    <a:pt x="3319907" y="860171"/>
                  </a:cubicBezTo>
                  <a:lnTo>
                    <a:pt x="3311144" y="856488"/>
                  </a:lnTo>
                  <a:lnTo>
                    <a:pt x="3319907" y="860171"/>
                  </a:lnTo>
                  <a:cubicBezTo>
                    <a:pt x="3316986" y="867156"/>
                    <a:pt x="3312922" y="873379"/>
                    <a:pt x="3307588" y="878713"/>
                  </a:cubicBezTo>
                  <a:cubicBezTo>
                    <a:pt x="3302254" y="884047"/>
                    <a:pt x="3296031" y="888238"/>
                    <a:pt x="3289046" y="891032"/>
                  </a:cubicBezTo>
                  <a:cubicBezTo>
                    <a:pt x="3282061" y="893953"/>
                    <a:pt x="3274822" y="895350"/>
                    <a:pt x="3267202" y="895350"/>
                  </a:cubicBezTo>
                  <a:lnTo>
                    <a:pt x="57023" y="895350"/>
                  </a:lnTo>
                  <a:cubicBezTo>
                    <a:pt x="49530" y="895350"/>
                    <a:pt x="42164" y="893953"/>
                    <a:pt x="35179" y="891032"/>
                  </a:cubicBezTo>
                  <a:lnTo>
                    <a:pt x="38862" y="882269"/>
                  </a:lnTo>
                  <a:lnTo>
                    <a:pt x="35179" y="891032"/>
                  </a:lnTo>
                  <a:cubicBezTo>
                    <a:pt x="28194" y="888111"/>
                    <a:pt x="21971" y="884047"/>
                    <a:pt x="16637" y="878713"/>
                  </a:cubicBezTo>
                  <a:cubicBezTo>
                    <a:pt x="11303" y="873379"/>
                    <a:pt x="7112" y="867156"/>
                    <a:pt x="4318" y="860171"/>
                  </a:cubicBezTo>
                  <a:cubicBezTo>
                    <a:pt x="1397" y="853186"/>
                    <a:pt x="0" y="845947"/>
                    <a:pt x="0" y="838327"/>
                  </a:cubicBezTo>
                  <a:lnTo>
                    <a:pt x="9525" y="838327"/>
                  </a:lnTo>
                  <a:lnTo>
                    <a:pt x="0" y="838327"/>
                  </a:lnTo>
                  <a:moveTo>
                    <a:pt x="19050" y="838327"/>
                  </a:moveTo>
                  <a:cubicBezTo>
                    <a:pt x="19050" y="843407"/>
                    <a:pt x="20066" y="848233"/>
                    <a:pt x="21971" y="852805"/>
                  </a:cubicBezTo>
                  <a:lnTo>
                    <a:pt x="13208" y="856488"/>
                  </a:lnTo>
                  <a:lnTo>
                    <a:pt x="21971" y="852805"/>
                  </a:lnTo>
                  <a:cubicBezTo>
                    <a:pt x="23876" y="857504"/>
                    <a:pt x="26670" y="861568"/>
                    <a:pt x="30226" y="865124"/>
                  </a:cubicBezTo>
                  <a:lnTo>
                    <a:pt x="23495" y="871855"/>
                  </a:lnTo>
                  <a:lnTo>
                    <a:pt x="30226" y="865124"/>
                  </a:lnTo>
                  <a:cubicBezTo>
                    <a:pt x="33782" y="868680"/>
                    <a:pt x="37846" y="871474"/>
                    <a:pt x="42545" y="873379"/>
                  </a:cubicBezTo>
                  <a:cubicBezTo>
                    <a:pt x="47244" y="875284"/>
                    <a:pt x="52070" y="876300"/>
                    <a:pt x="57023" y="876300"/>
                  </a:cubicBezTo>
                  <a:lnTo>
                    <a:pt x="57023" y="885825"/>
                  </a:lnTo>
                  <a:lnTo>
                    <a:pt x="57023" y="876300"/>
                  </a:lnTo>
                  <a:lnTo>
                    <a:pt x="3267202" y="876300"/>
                  </a:lnTo>
                  <a:lnTo>
                    <a:pt x="3267202" y="885825"/>
                  </a:lnTo>
                  <a:lnTo>
                    <a:pt x="3267202" y="876300"/>
                  </a:lnTo>
                  <a:cubicBezTo>
                    <a:pt x="3272282" y="876300"/>
                    <a:pt x="3277108" y="875284"/>
                    <a:pt x="3281680" y="873379"/>
                  </a:cubicBezTo>
                  <a:lnTo>
                    <a:pt x="3285363" y="882142"/>
                  </a:lnTo>
                  <a:lnTo>
                    <a:pt x="3281680" y="873379"/>
                  </a:lnTo>
                  <a:cubicBezTo>
                    <a:pt x="3286379" y="871474"/>
                    <a:pt x="3290443" y="868680"/>
                    <a:pt x="3293999" y="865124"/>
                  </a:cubicBezTo>
                  <a:lnTo>
                    <a:pt x="3300730" y="871855"/>
                  </a:lnTo>
                  <a:lnTo>
                    <a:pt x="3293999" y="865124"/>
                  </a:lnTo>
                  <a:cubicBezTo>
                    <a:pt x="3297555" y="861568"/>
                    <a:pt x="3300349" y="857504"/>
                    <a:pt x="3302254" y="852805"/>
                  </a:cubicBezTo>
                  <a:cubicBezTo>
                    <a:pt x="3304159" y="848106"/>
                    <a:pt x="3305175" y="843280"/>
                    <a:pt x="3305175" y="838327"/>
                  </a:cubicBezTo>
                  <a:lnTo>
                    <a:pt x="3314700" y="838327"/>
                  </a:lnTo>
                  <a:lnTo>
                    <a:pt x="3305175" y="838327"/>
                  </a:lnTo>
                  <a:lnTo>
                    <a:pt x="3305175" y="57023"/>
                  </a:lnTo>
                  <a:lnTo>
                    <a:pt x="3314700" y="57023"/>
                  </a:lnTo>
                  <a:lnTo>
                    <a:pt x="3305175" y="57023"/>
                  </a:lnTo>
                  <a:cubicBezTo>
                    <a:pt x="3305175" y="51943"/>
                    <a:pt x="3304159" y="47117"/>
                    <a:pt x="3302254" y="42545"/>
                  </a:cubicBezTo>
                  <a:lnTo>
                    <a:pt x="3311017" y="38862"/>
                  </a:lnTo>
                  <a:lnTo>
                    <a:pt x="3302254" y="42545"/>
                  </a:lnTo>
                  <a:cubicBezTo>
                    <a:pt x="3300349" y="37846"/>
                    <a:pt x="3297555" y="33782"/>
                    <a:pt x="3293999" y="30226"/>
                  </a:cubicBezTo>
                  <a:lnTo>
                    <a:pt x="3300730" y="23495"/>
                  </a:lnTo>
                  <a:lnTo>
                    <a:pt x="3293999" y="30226"/>
                  </a:lnTo>
                  <a:cubicBezTo>
                    <a:pt x="3290443" y="26670"/>
                    <a:pt x="3286379" y="23876"/>
                    <a:pt x="3281680" y="21971"/>
                  </a:cubicBezTo>
                  <a:lnTo>
                    <a:pt x="3285363" y="13208"/>
                  </a:lnTo>
                  <a:lnTo>
                    <a:pt x="3281680" y="21971"/>
                  </a:lnTo>
                  <a:cubicBezTo>
                    <a:pt x="3276981" y="20066"/>
                    <a:pt x="3272155" y="19050"/>
                    <a:pt x="3267202" y="19050"/>
                  </a:cubicBezTo>
                  <a:lnTo>
                    <a:pt x="57023" y="19050"/>
                  </a:lnTo>
                  <a:cubicBezTo>
                    <a:pt x="51943" y="19050"/>
                    <a:pt x="47117" y="20066"/>
                    <a:pt x="42545" y="21971"/>
                  </a:cubicBezTo>
                  <a:lnTo>
                    <a:pt x="38862" y="13208"/>
                  </a:lnTo>
                  <a:lnTo>
                    <a:pt x="42545" y="21971"/>
                  </a:lnTo>
                  <a:cubicBezTo>
                    <a:pt x="37846" y="23876"/>
                    <a:pt x="33782" y="26670"/>
                    <a:pt x="30226" y="30226"/>
                  </a:cubicBezTo>
                  <a:lnTo>
                    <a:pt x="23495" y="23495"/>
                  </a:lnTo>
                  <a:lnTo>
                    <a:pt x="30226" y="30226"/>
                  </a:lnTo>
                  <a:cubicBezTo>
                    <a:pt x="26670" y="33782"/>
                    <a:pt x="23876" y="37846"/>
                    <a:pt x="21971" y="42545"/>
                  </a:cubicBezTo>
                  <a:lnTo>
                    <a:pt x="13208" y="38862"/>
                  </a:lnTo>
                  <a:lnTo>
                    <a:pt x="21971" y="42545"/>
                  </a:lnTo>
                  <a:cubicBezTo>
                    <a:pt x="20066" y="47244"/>
                    <a:pt x="19050" y="52070"/>
                    <a:pt x="19050" y="57023"/>
                  </a:cubicBezTo>
                  <a:lnTo>
                    <a:pt x="19050" y="838327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5513" y="796309"/>
            <a:ext cx="6142235" cy="48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b="true" sz="5871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Proposed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5956" y="2535720"/>
            <a:ext cx="70377" cy="5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2"/>
              </a:lnSpc>
            </a:pPr>
            <a:r>
              <a:rPr lang="en-US" sz="2048" spc="14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5513" y="2275489"/>
            <a:ext cx="12979115" cy="4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We propose a </a:t>
            </a:r>
            <a:r>
              <a:rPr lang="en-US" b="true" sz="2847" spc="39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Generative AI–based PDF Question Answering System</a:t>
            </a: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 that: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6304" y="4990164"/>
            <a:ext cx="7192403" cy="79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048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Stores embeddings in a </a:t>
            </a: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vector database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607" y="3514140"/>
            <a:ext cx="4197034" cy="79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048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Extracts text from PDFs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35057" y="4990164"/>
            <a:ext cx="302623" cy="33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048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36959" y="3514140"/>
            <a:ext cx="301291" cy="33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048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5137" y="7830657"/>
            <a:ext cx="4185553" cy="45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Context-aware responses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81358" y="7868757"/>
            <a:ext cx="3395188" cy="81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Faster information retrieval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74057" y="5369533"/>
            <a:ext cx="5506176" cy="45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Uses an </a:t>
            </a: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LLM to generate answers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47594" y="7868757"/>
            <a:ext cx="3157031" cy="81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Natural language interaction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74057" y="3885338"/>
            <a:ext cx="6185413" cy="45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Converts text into </a:t>
            </a: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vector embeddings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4589" y="6626939"/>
            <a:ext cx="1629903" cy="54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b="true" sz="3235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Benefits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846" y="3578497"/>
            <a:ext cx="1053143" cy="1053143"/>
            <a:chOff x="0" y="0"/>
            <a:chExt cx="488950" cy="488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8326" y="68453"/>
              <a:ext cx="352171" cy="352044"/>
            </a:xfrm>
            <a:custGeom>
              <a:avLst/>
              <a:gdLst/>
              <a:ahLst/>
              <a:cxnLst/>
              <a:rect r="r" b="b" t="t" l="l"/>
              <a:pathLst>
                <a:path h="352044" w="352171">
                  <a:moveTo>
                    <a:pt x="0" y="299974"/>
                  </a:moveTo>
                  <a:lnTo>
                    <a:pt x="0" y="52070"/>
                  </a:ln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1" y="0"/>
                    <a:pt x="52070" y="0"/>
                  </a:cubicBezTo>
                  <a:lnTo>
                    <a:pt x="300101" y="0"/>
                  </a:lnTo>
                  <a:cubicBezTo>
                    <a:pt x="303530" y="0"/>
                    <a:pt x="306959" y="381"/>
                    <a:pt x="310261" y="1016"/>
                  </a:cubicBezTo>
                  <a:cubicBezTo>
                    <a:pt x="313563" y="1651"/>
                    <a:pt x="316865" y="2667"/>
                    <a:pt x="320040" y="3937"/>
                  </a:cubicBezTo>
                  <a:cubicBezTo>
                    <a:pt x="323215" y="5207"/>
                    <a:pt x="326263" y="6858"/>
                    <a:pt x="329057" y="8763"/>
                  </a:cubicBezTo>
                  <a:cubicBezTo>
                    <a:pt x="331851" y="10668"/>
                    <a:pt x="334518" y="12827"/>
                    <a:pt x="336931" y="15240"/>
                  </a:cubicBezTo>
                  <a:cubicBezTo>
                    <a:pt x="339344" y="17653"/>
                    <a:pt x="341503" y="20320"/>
                    <a:pt x="343408" y="23114"/>
                  </a:cubicBezTo>
                  <a:cubicBezTo>
                    <a:pt x="345313" y="25908"/>
                    <a:pt x="346964" y="28956"/>
                    <a:pt x="348234" y="32131"/>
                  </a:cubicBezTo>
                  <a:cubicBezTo>
                    <a:pt x="349504" y="35306"/>
                    <a:pt x="350520" y="38608"/>
                    <a:pt x="351155" y="41910"/>
                  </a:cubicBezTo>
                  <a:cubicBezTo>
                    <a:pt x="351790" y="45212"/>
                    <a:pt x="352171" y="48641"/>
                    <a:pt x="352171" y="52070"/>
                  </a:cubicBezTo>
                  <a:lnTo>
                    <a:pt x="352171" y="299974"/>
                  </a:lnTo>
                  <a:cubicBezTo>
                    <a:pt x="352171" y="303403"/>
                    <a:pt x="351790" y="306832"/>
                    <a:pt x="351155" y="310134"/>
                  </a:cubicBezTo>
                  <a:cubicBezTo>
                    <a:pt x="350520" y="313436"/>
                    <a:pt x="349504" y="316738"/>
                    <a:pt x="348234" y="319913"/>
                  </a:cubicBezTo>
                  <a:cubicBezTo>
                    <a:pt x="346964" y="323088"/>
                    <a:pt x="345313" y="326136"/>
                    <a:pt x="343408" y="328930"/>
                  </a:cubicBezTo>
                  <a:cubicBezTo>
                    <a:pt x="341503" y="331724"/>
                    <a:pt x="339344" y="334391"/>
                    <a:pt x="336931" y="336804"/>
                  </a:cubicBezTo>
                  <a:cubicBezTo>
                    <a:pt x="334518" y="339217"/>
                    <a:pt x="331851" y="341376"/>
                    <a:pt x="329057" y="343281"/>
                  </a:cubicBezTo>
                  <a:cubicBezTo>
                    <a:pt x="326263" y="345186"/>
                    <a:pt x="323215" y="346837"/>
                    <a:pt x="320040" y="348107"/>
                  </a:cubicBezTo>
                  <a:cubicBezTo>
                    <a:pt x="316865" y="349377"/>
                    <a:pt x="313563" y="350393"/>
                    <a:pt x="310261" y="351028"/>
                  </a:cubicBezTo>
                  <a:cubicBezTo>
                    <a:pt x="306959" y="351663"/>
                    <a:pt x="303530" y="352044"/>
                    <a:pt x="300101" y="352044"/>
                  </a:cubicBezTo>
                  <a:lnTo>
                    <a:pt x="52197" y="352044"/>
                  </a:lnTo>
                  <a:cubicBezTo>
                    <a:pt x="48768" y="352044"/>
                    <a:pt x="45339" y="351663"/>
                    <a:pt x="42037" y="351028"/>
                  </a:cubicBezTo>
                  <a:cubicBezTo>
                    <a:pt x="38735" y="350393"/>
                    <a:pt x="35433" y="349377"/>
                    <a:pt x="32258" y="348107"/>
                  </a:cubicBezTo>
                  <a:cubicBezTo>
                    <a:pt x="29083" y="346837"/>
                    <a:pt x="26035" y="345186"/>
                    <a:pt x="23241" y="343281"/>
                  </a:cubicBezTo>
                  <a:cubicBezTo>
                    <a:pt x="20447" y="341376"/>
                    <a:pt x="17780" y="339217"/>
                    <a:pt x="15367" y="336804"/>
                  </a:cubicBezTo>
                  <a:cubicBezTo>
                    <a:pt x="12954" y="334391"/>
                    <a:pt x="10795" y="331724"/>
                    <a:pt x="8890" y="328930"/>
                  </a:cubicBezTo>
                  <a:cubicBezTo>
                    <a:pt x="6985" y="326136"/>
                    <a:pt x="5334" y="323088"/>
                    <a:pt x="4064" y="319913"/>
                  </a:cubicBezTo>
                  <a:cubicBezTo>
                    <a:pt x="2794" y="316738"/>
                    <a:pt x="1778" y="313436"/>
                    <a:pt x="1143" y="310134"/>
                  </a:cubicBezTo>
                  <a:cubicBezTo>
                    <a:pt x="508" y="306832"/>
                    <a:pt x="127" y="303403"/>
                    <a:pt x="127" y="299974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373" y="63373"/>
              <a:ext cx="362204" cy="362204"/>
            </a:xfrm>
            <a:custGeom>
              <a:avLst/>
              <a:gdLst/>
              <a:ahLst/>
              <a:cxnLst/>
              <a:rect r="r" b="b" t="t" l="l"/>
              <a:pathLst>
                <a:path h="362204" w="362204">
                  <a:moveTo>
                    <a:pt x="127" y="305054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467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779" y="25400"/>
                  </a:cubicBezTo>
                  <a:lnTo>
                    <a:pt x="13716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811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1877" y="5842"/>
                    <a:pt x="35433" y="4445"/>
                  </a:cubicBezTo>
                  <a:lnTo>
                    <a:pt x="37211" y="8890"/>
                  </a:lnTo>
                  <a:lnTo>
                    <a:pt x="35433" y="4445"/>
                  </a:lnTo>
                  <a:cubicBezTo>
                    <a:pt x="38862" y="3048"/>
                    <a:pt x="42418" y="1905"/>
                    <a:pt x="46101" y="1143"/>
                  </a:cubicBezTo>
                  <a:lnTo>
                    <a:pt x="46990" y="5842"/>
                  </a:lnTo>
                  <a:lnTo>
                    <a:pt x="46101" y="1143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127"/>
                  </a:lnTo>
                  <a:lnTo>
                    <a:pt x="305054" y="127"/>
                  </a:lnTo>
                  <a:lnTo>
                    <a:pt x="305054" y="4953"/>
                  </a:lnTo>
                  <a:lnTo>
                    <a:pt x="305054" y="127"/>
                  </a:lnTo>
                  <a:cubicBezTo>
                    <a:pt x="308737" y="127"/>
                    <a:pt x="312547" y="508"/>
                    <a:pt x="316230" y="1270"/>
                  </a:cubicBezTo>
                  <a:lnTo>
                    <a:pt x="315341" y="5969"/>
                  </a:lnTo>
                  <a:lnTo>
                    <a:pt x="316230" y="1270"/>
                  </a:lnTo>
                  <a:cubicBezTo>
                    <a:pt x="319913" y="2032"/>
                    <a:pt x="323469" y="3048"/>
                    <a:pt x="326898" y="4572"/>
                  </a:cubicBezTo>
                  <a:lnTo>
                    <a:pt x="325120" y="9017"/>
                  </a:lnTo>
                  <a:lnTo>
                    <a:pt x="326898" y="4572"/>
                  </a:lnTo>
                  <a:cubicBezTo>
                    <a:pt x="330327" y="5969"/>
                    <a:pt x="333629" y="7747"/>
                    <a:pt x="336804" y="9779"/>
                  </a:cubicBezTo>
                  <a:lnTo>
                    <a:pt x="334137" y="13716"/>
                  </a:lnTo>
                  <a:lnTo>
                    <a:pt x="336804" y="9779"/>
                  </a:lnTo>
                  <a:cubicBezTo>
                    <a:pt x="339979" y="11811"/>
                    <a:pt x="342773" y="14224"/>
                    <a:pt x="345440" y="16891"/>
                  </a:cubicBezTo>
                  <a:lnTo>
                    <a:pt x="342011" y="20320"/>
                  </a:lnTo>
                  <a:lnTo>
                    <a:pt x="345440" y="16891"/>
                  </a:lnTo>
                  <a:cubicBezTo>
                    <a:pt x="348107" y="19558"/>
                    <a:pt x="350393" y="22479"/>
                    <a:pt x="352552" y="25527"/>
                  </a:cubicBezTo>
                  <a:lnTo>
                    <a:pt x="348615" y="28194"/>
                  </a:lnTo>
                  <a:lnTo>
                    <a:pt x="352552" y="25527"/>
                  </a:lnTo>
                  <a:cubicBezTo>
                    <a:pt x="354584" y="28575"/>
                    <a:pt x="356362" y="31877"/>
                    <a:pt x="357759" y="35433"/>
                  </a:cubicBezTo>
                  <a:cubicBezTo>
                    <a:pt x="359156" y="38862"/>
                    <a:pt x="360299" y="42418"/>
                    <a:pt x="361061" y="46101"/>
                  </a:cubicBezTo>
                  <a:lnTo>
                    <a:pt x="356362" y="46990"/>
                  </a:lnTo>
                  <a:lnTo>
                    <a:pt x="361061" y="46101"/>
                  </a:lnTo>
                  <a:cubicBezTo>
                    <a:pt x="361823" y="49784"/>
                    <a:pt x="362204" y="53467"/>
                    <a:pt x="362204" y="57277"/>
                  </a:cubicBezTo>
                  <a:lnTo>
                    <a:pt x="362204" y="305054"/>
                  </a:lnTo>
                  <a:cubicBezTo>
                    <a:pt x="362204" y="308737"/>
                    <a:pt x="361823" y="312547"/>
                    <a:pt x="361061" y="316230"/>
                  </a:cubicBezTo>
                  <a:lnTo>
                    <a:pt x="356362" y="315341"/>
                  </a:lnTo>
                  <a:lnTo>
                    <a:pt x="361061" y="316230"/>
                  </a:lnTo>
                  <a:cubicBezTo>
                    <a:pt x="360299" y="319913"/>
                    <a:pt x="359283" y="323469"/>
                    <a:pt x="357759" y="326898"/>
                  </a:cubicBezTo>
                  <a:lnTo>
                    <a:pt x="353314" y="325120"/>
                  </a:lnTo>
                  <a:lnTo>
                    <a:pt x="357759" y="326898"/>
                  </a:lnTo>
                  <a:cubicBezTo>
                    <a:pt x="356362" y="330327"/>
                    <a:pt x="354584" y="333629"/>
                    <a:pt x="352552" y="336804"/>
                  </a:cubicBezTo>
                  <a:lnTo>
                    <a:pt x="348615" y="334137"/>
                  </a:lnTo>
                  <a:lnTo>
                    <a:pt x="352552" y="336804"/>
                  </a:lnTo>
                  <a:cubicBezTo>
                    <a:pt x="350520" y="339979"/>
                    <a:pt x="348107" y="342773"/>
                    <a:pt x="345440" y="345440"/>
                  </a:cubicBezTo>
                  <a:cubicBezTo>
                    <a:pt x="342773" y="348107"/>
                    <a:pt x="339852" y="350393"/>
                    <a:pt x="336804" y="352552"/>
                  </a:cubicBezTo>
                  <a:lnTo>
                    <a:pt x="334137" y="348615"/>
                  </a:lnTo>
                  <a:lnTo>
                    <a:pt x="336804" y="352552"/>
                  </a:lnTo>
                  <a:cubicBezTo>
                    <a:pt x="333629" y="354584"/>
                    <a:pt x="330454" y="356362"/>
                    <a:pt x="326898" y="357759"/>
                  </a:cubicBezTo>
                  <a:lnTo>
                    <a:pt x="325120" y="353314"/>
                  </a:lnTo>
                  <a:lnTo>
                    <a:pt x="326898" y="357759"/>
                  </a:lnTo>
                  <a:cubicBezTo>
                    <a:pt x="323469" y="359156"/>
                    <a:pt x="319913" y="360299"/>
                    <a:pt x="316230" y="361061"/>
                  </a:cubicBezTo>
                  <a:lnTo>
                    <a:pt x="315341" y="356362"/>
                  </a:lnTo>
                  <a:lnTo>
                    <a:pt x="316230" y="361061"/>
                  </a:lnTo>
                  <a:cubicBezTo>
                    <a:pt x="312547" y="361823"/>
                    <a:pt x="308864" y="362204"/>
                    <a:pt x="305054" y="362204"/>
                  </a:cubicBezTo>
                  <a:lnTo>
                    <a:pt x="305054" y="357378"/>
                  </a:lnTo>
                  <a:lnTo>
                    <a:pt x="305054" y="362204"/>
                  </a:lnTo>
                  <a:lnTo>
                    <a:pt x="57150" y="362204"/>
                  </a:lnTo>
                  <a:lnTo>
                    <a:pt x="57150" y="357378"/>
                  </a:lnTo>
                  <a:lnTo>
                    <a:pt x="57150" y="362204"/>
                  </a:lnTo>
                  <a:cubicBezTo>
                    <a:pt x="53467" y="362204"/>
                    <a:pt x="49657" y="361823"/>
                    <a:pt x="45974" y="361061"/>
                  </a:cubicBezTo>
                  <a:lnTo>
                    <a:pt x="46863" y="356362"/>
                  </a:lnTo>
                  <a:lnTo>
                    <a:pt x="45974" y="361061"/>
                  </a:lnTo>
                  <a:cubicBezTo>
                    <a:pt x="42291" y="360299"/>
                    <a:pt x="38735" y="359283"/>
                    <a:pt x="35306" y="357759"/>
                  </a:cubicBezTo>
                  <a:lnTo>
                    <a:pt x="37084" y="353314"/>
                  </a:lnTo>
                  <a:lnTo>
                    <a:pt x="35306" y="357759"/>
                  </a:lnTo>
                  <a:cubicBezTo>
                    <a:pt x="31877" y="356362"/>
                    <a:pt x="28575" y="354584"/>
                    <a:pt x="25400" y="352552"/>
                  </a:cubicBezTo>
                  <a:lnTo>
                    <a:pt x="28067" y="348615"/>
                  </a:lnTo>
                  <a:lnTo>
                    <a:pt x="25400" y="352552"/>
                  </a:lnTo>
                  <a:cubicBezTo>
                    <a:pt x="22225" y="350520"/>
                    <a:pt x="19431" y="348107"/>
                    <a:pt x="16764" y="345440"/>
                  </a:cubicBezTo>
                  <a:cubicBezTo>
                    <a:pt x="14097" y="342773"/>
                    <a:pt x="11811" y="339852"/>
                    <a:pt x="9652" y="336804"/>
                  </a:cubicBezTo>
                  <a:lnTo>
                    <a:pt x="13589" y="334137"/>
                  </a:lnTo>
                  <a:lnTo>
                    <a:pt x="9652" y="336804"/>
                  </a:lnTo>
                  <a:cubicBezTo>
                    <a:pt x="7620" y="333629"/>
                    <a:pt x="5842" y="330454"/>
                    <a:pt x="4445" y="326898"/>
                  </a:cubicBezTo>
                  <a:lnTo>
                    <a:pt x="8890" y="325120"/>
                  </a:lnTo>
                  <a:lnTo>
                    <a:pt x="4445" y="326898"/>
                  </a:lnTo>
                  <a:cubicBezTo>
                    <a:pt x="3048" y="323469"/>
                    <a:pt x="1905" y="319913"/>
                    <a:pt x="1143" y="316230"/>
                  </a:cubicBezTo>
                  <a:cubicBezTo>
                    <a:pt x="381" y="312547"/>
                    <a:pt x="0" y="308864"/>
                    <a:pt x="0" y="305054"/>
                  </a:cubicBezTo>
                  <a:lnTo>
                    <a:pt x="4826" y="305054"/>
                  </a:lnTo>
                  <a:lnTo>
                    <a:pt x="127" y="305054"/>
                  </a:lnTo>
                  <a:moveTo>
                    <a:pt x="9652" y="305054"/>
                  </a:moveTo>
                  <a:cubicBezTo>
                    <a:pt x="9652" y="308229"/>
                    <a:pt x="9906" y="311277"/>
                    <a:pt x="10541" y="314325"/>
                  </a:cubicBezTo>
                  <a:lnTo>
                    <a:pt x="5842" y="315214"/>
                  </a:lnTo>
                  <a:lnTo>
                    <a:pt x="10541" y="314325"/>
                  </a:lnTo>
                  <a:cubicBezTo>
                    <a:pt x="11176" y="317373"/>
                    <a:pt x="12065" y="320294"/>
                    <a:pt x="13208" y="323215"/>
                  </a:cubicBezTo>
                  <a:cubicBezTo>
                    <a:pt x="14351" y="326136"/>
                    <a:pt x="15875" y="328803"/>
                    <a:pt x="17653" y="331470"/>
                  </a:cubicBezTo>
                  <a:cubicBezTo>
                    <a:pt x="19431" y="334137"/>
                    <a:pt x="21336" y="336423"/>
                    <a:pt x="23495" y="338709"/>
                  </a:cubicBezTo>
                  <a:lnTo>
                    <a:pt x="20066" y="342138"/>
                  </a:lnTo>
                  <a:lnTo>
                    <a:pt x="23495" y="338709"/>
                  </a:lnTo>
                  <a:cubicBezTo>
                    <a:pt x="25654" y="340868"/>
                    <a:pt x="28067" y="342900"/>
                    <a:pt x="30734" y="344551"/>
                  </a:cubicBezTo>
                  <a:cubicBezTo>
                    <a:pt x="33274" y="346329"/>
                    <a:pt x="36068" y="347726"/>
                    <a:pt x="38989" y="348996"/>
                  </a:cubicBezTo>
                  <a:cubicBezTo>
                    <a:pt x="41910" y="350139"/>
                    <a:pt x="44831" y="351028"/>
                    <a:pt x="47879" y="351663"/>
                  </a:cubicBezTo>
                  <a:cubicBezTo>
                    <a:pt x="50927" y="352298"/>
                    <a:pt x="53975" y="352552"/>
                    <a:pt x="57150" y="352552"/>
                  </a:cubicBezTo>
                  <a:lnTo>
                    <a:pt x="305054" y="352552"/>
                  </a:lnTo>
                  <a:cubicBezTo>
                    <a:pt x="308229" y="352552"/>
                    <a:pt x="311277" y="352298"/>
                    <a:pt x="314325" y="351663"/>
                  </a:cubicBezTo>
                  <a:cubicBezTo>
                    <a:pt x="317373" y="351028"/>
                    <a:pt x="320294" y="350139"/>
                    <a:pt x="323215" y="348996"/>
                  </a:cubicBezTo>
                  <a:cubicBezTo>
                    <a:pt x="326136" y="347853"/>
                    <a:pt x="328803" y="346329"/>
                    <a:pt x="331470" y="344551"/>
                  </a:cubicBezTo>
                  <a:cubicBezTo>
                    <a:pt x="334010" y="342773"/>
                    <a:pt x="336423" y="340868"/>
                    <a:pt x="338709" y="338709"/>
                  </a:cubicBezTo>
                  <a:lnTo>
                    <a:pt x="342138" y="342138"/>
                  </a:lnTo>
                  <a:lnTo>
                    <a:pt x="338709" y="338709"/>
                  </a:lnTo>
                  <a:cubicBezTo>
                    <a:pt x="340868" y="336550"/>
                    <a:pt x="342900" y="334137"/>
                    <a:pt x="344551" y="331470"/>
                  </a:cubicBezTo>
                  <a:cubicBezTo>
                    <a:pt x="346202" y="328803"/>
                    <a:pt x="347726" y="326136"/>
                    <a:pt x="348996" y="323215"/>
                  </a:cubicBezTo>
                  <a:cubicBezTo>
                    <a:pt x="350139" y="320294"/>
                    <a:pt x="351028" y="317373"/>
                    <a:pt x="351663" y="314325"/>
                  </a:cubicBezTo>
                  <a:cubicBezTo>
                    <a:pt x="352298" y="311277"/>
                    <a:pt x="352552" y="308229"/>
                    <a:pt x="352552" y="305054"/>
                  </a:cubicBezTo>
                  <a:lnTo>
                    <a:pt x="357251" y="305054"/>
                  </a:lnTo>
                  <a:lnTo>
                    <a:pt x="352425" y="305054"/>
                  </a:lnTo>
                  <a:lnTo>
                    <a:pt x="352425" y="57150"/>
                  </a:lnTo>
                  <a:lnTo>
                    <a:pt x="357251" y="57150"/>
                  </a:lnTo>
                  <a:lnTo>
                    <a:pt x="352552" y="57150"/>
                  </a:lnTo>
                  <a:cubicBezTo>
                    <a:pt x="352552" y="53975"/>
                    <a:pt x="352298" y="50927"/>
                    <a:pt x="351663" y="47879"/>
                  </a:cubicBezTo>
                  <a:cubicBezTo>
                    <a:pt x="351028" y="44831"/>
                    <a:pt x="350139" y="41910"/>
                    <a:pt x="348996" y="38989"/>
                  </a:cubicBezTo>
                  <a:lnTo>
                    <a:pt x="353441" y="37211"/>
                  </a:lnTo>
                  <a:lnTo>
                    <a:pt x="348996" y="38989"/>
                  </a:lnTo>
                  <a:cubicBezTo>
                    <a:pt x="347853" y="36068"/>
                    <a:pt x="346329" y="33401"/>
                    <a:pt x="344551" y="30734"/>
                  </a:cubicBezTo>
                  <a:cubicBezTo>
                    <a:pt x="342773" y="28067"/>
                    <a:pt x="340868" y="25781"/>
                    <a:pt x="338709" y="23495"/>
                  </a:cubicBezTo>
                  <a:cubicBezTo>
                    <a:pt x="336550" y="21336"/>
                    <a:pt x="334137" y="19304"/>
                    <a:pt x="331470" y="17653"/>
                  </a:cubicBezTo>
                  <a:cubicBezTo>
                    <a:pt x="328930" y="15875"/>
                    <a:pt x="326136" y="14478"/>
                    <a:pt x="323215" y="13208"/>
                  </a:cubicBezTo>
                  <a:cubicBezTo>
                    <a:pt x="320294" y="12065"/>
                    <a:pt x="317373" y="11176"/>
                    <a:pt x="314325" y="10541"/>
                  </a:cubicBezTo>
                  <a:cubicBezTo>
                    <a:pt x="311277" y="9906"/>
                    <a:pt x="308229" y="9652"/>
                    <a:pt x="305054" y="9652"/>
                  </a:cubicBezTo>
                  <a:lnTo>
                    <a:pt x="57150" y="9652"/>
                  </a:lnTo>
                  <a:cubicBezTo>
                    <a:pt x="53975" y="9652"/>
                    <a:pt x="50927" y="9906"/>
                    <a:pt x="47879" y="10541"/>
                  </a:cubicBezTo>
                  <a:cubicBezTo>
                    <a:pt x="44831" y="11176"/>
                    <a:pt x="41910" y="12065"/>
                    <a:pt x="38989" y="13208"/>
                  </a:cubicBezTo>
                  <a:cubicBezTo>
                    <a:pt x="36068" y="14351"/>
                    <a:pt x="33401" y="15875"/>
                    <a:pt x="30734" y="17653"/>
                  </a:cubicBezTo>
                  <a:cubicBezTo>
                    <a:pt x="28194" y="19431"/>
                    <a:pt x="25781" y="21336"/>
                    <a:pt x="23495" y="23495"/>
                  </a:cubicBezTo>
                  <a:cubicBezTo>
                    <a:pt x="21336" y="25654"/>
                    <a:pt x="19304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176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3975"/>
                    <a:pt x="9652" y="57150"/>
                  </a:cubicBezTo>
                  <a:lnTo>
                    <a:pt x="9652" y="305054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6909" y="6624912"/>
            <a:ext cx="1111499" cy="1133152"/>
            <a:chOff x="0" y="0"/>
            <a:chExt cx="488950" cy="498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8326" y="68453"/>
              <a:ext cx="352171" cy="361569"/>
            </a:xfrm>
            <a:custGeom>
              <a:avLst/>
              <a:gdLst/>
              <a:ahLst/>
              <a:cxnLst/>
              <a:rect r="r" b="b" t="t" l="l"/>
              <a:pathLst>
                <a:path h="361569" w="352171">
                  <a:moveTo>
                    <a:pt x="0" y="309499"/>
                  </a:moveTo>
                  <a:lnTo>
                    <a:pt x="0" y="52070"/>
                  </a:ln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1" y="0"/>
                    <a:pt x="52070" y="0"/>
                  </a:cubicBezTo>
                  <a:lnTo>
                    <a:pt x="300101" y="0"/>
                  </a:lnTo>
                  <a:cubicBezTo>
                    <a:pt x="303530" y="0"/>
                    <a:pt x="306959" y="381"/>
                    <a:pt x="310261" y="1016"/>
                  </a:cubicBezTo>
                  <a:cubicBezTo>
                    <a:pt x="313563" y="1651"/>
                    <a:pt x="316865" y="2667"/>
                    <a:pt x="320040" y="3937"/>
                  </a:cubicBezTo>
                  <a:cubicBezTo>
                    <a:pt x="323215" y="5207"/>
                    <a:pt x="326263" y="6858"/>
                    <a:pt x="329057" y="8763"/>
                  </a:cubicBezTo>
                  <a:cubicBezTo>
                    <a:pt x="331851" y="10668"/>
                    <a:pt x="334518" y="12827"/>
                    <a:pt x="336931" y="15240"/>
                  </a:cubicBezTo>
                  <a:cubicBezTo>
                    <a:pt x="339344" y="17653"/>
                    <a:pt x="341503" y="20320"/>
                    <a:pt x="343408" y="23114"/>
                  </a:cubicBezTo>
                  <a:cubicBezTo>
                    <a:pt x="345313" y="25908"/>
                    <a:pt x="346964" y="28956"/>
                    <a:pt x="348234" y="32131"/>
                  </a:cubicBezTo>
                  <a:cubicBezTo>
                    <a:pt x="349504" y="35306"/>
                    <a:pt x="350520" y="38608"/>
                    <a:pt x="351155" y="41910"/>
                  </a:cubicBezTo>
                  <a:cubicBezTo>
                    <a:pt x="351790" y="45212"/>
                    <a:pt x="352171" y="48641"/>
                    <a:pt x="352171" y="52070"/>
                  </a:cubicBezTo>
                  <a:lnTo>
                    <a:pt x="352171" y="309499"/>
                  </a:lnTo>
                  <a:cubicBezTo>
                    <a:pt x="352171" y="312928"/>
                    <a:pt x="351790" y="316357"/>
                    <a:pt x="351155" y="319659"/>
                  </a:cubicBezTo>
                  <a:cubicBezTo>
                    <a:pt x="350520" y="322961"/>
                    <a:pt x="349504" y="326263"/>
                    <a:pt x="348234" y="329438"/>
                  </a:cubicBezTo>
                  <a:cubicBezTo>
                    <a:pt x="346964" y="332613"/>
                    <a:pt x="345313" y="335661"/>
                    <a:pt x="343408" y="338455"/>
                  </a:cubicBezTo>
                  <a:cubicBezTo>
                    <a:pt x="341503" y="341249"/>
                    <a:pt x="339344" y="343916"/>
                    <a:pt x="336931" y="346329"/>
                  </a:cubicBezTo>
                  <a:cubicBezTo>
                    <a:pt x="334518" y="348742"/>
                    <a:pt x="331851" y="350901"/>
                    <a:pt x="329057" y="352806"/>
                  </a:cubicBezTo>
                  <a:cubicBezTo>
                    <a:pt x="326263" y="354711"/>
                    <a:pt x="323215" y="356362"/>
                    <a:pt x="320040" y="357632"/>
                  </a:cubicBezTo>
                  <a:cubicBezTo>
                    <a:pt x="316865" y="358902"/>
                    <a:pt x="313563" y="359918"/>
                    <a:pt x="310261" y="360553"/>
                  </a:cubicBezTo>
                  <a:cubicBezTo>
                    <a:pt x="306959" y="361188"/>
                    <a:pt x="303530" y="361569"/>
                    <a:pt x="300101" y="361569"/>
                  </a:cubicBezTo>
                  <a:lnTo>
                    <a:pt x="52197" y="361569"/>
                  </a:lnTo>
                  <a:cubicBezTo>
                    <a:pt x="48768" y="361569"/>
                    <a:pt x="45339" y="361188"/>
                    <a:pt x="42037" y="360553"/>
                  </a:cubicBezTo>
                  <a:cubicBezTo>
                    <a:pt x="38735" y="359918"/>
                    <a:pt x="35433" y="358902"/>
                    <a:pt x="32258" y="357632"/>
                  </a:cubicBezTo>
                  <a:cubicBezTo>
                    <a:pt x="29083" y="356362"/>
                    <a:pt x="26035" y="354711"/>
                    <a:pt x="23241" y="352806"/>
                  </a:cubicBezTo>
                  <a:cubicBezTo>
                    <a:pt x="20447" y="350901"/>
                    <a:pt x="17780" y="348742"/>
                    <a:pt x="15367" y="346329"/>
                  </a:cubicBezTo>
                  <a:cubicBezTo>
                    <a:pt x="12954" y="343916"/>
                    <a:pt x="10795" y="341249"/>
                    <a:pt x="8890" y="338455"/>
                  </a:cubicBezTo>
                  <a:cubicBezTo>
                    <a:pt x="6985" y="335661"/>
                    <a:pt x="5334" y="332613"/>
                    <a:pt x="4064" y="329438"/>
                  </a:cubicBezTo>
                  <a:cubicBezTo>
                    <a:pt x="2794" y="326263"/>
                    <a:pt x="1778" y="322961"/>
                    <a:pt x="1143" y="319659"/>
                  </a:cubicBezTo>
                  <a:cubicBezTo>
                    <a:pt x="508" y="316357"/>
                    <a:pt x="127" y="312928"/>
                    <a:pt x="127" y="309499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373" y="63373"/>
              <a:ext cx="362204" cy="371729"/>
            </a:xfrm>
            <a:custGeom>
              <a:avLst/>
              <a:gdLst/>
              <a:ahLst/>
              <a:cxnLst/>
              <a:rect r="r" b="b" t="t" l="l"/>
              <a:pathLst>
                <a:path h="371729" w="362204">
                  <a:moveTo>
                    <a:pt x="127" y="314579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467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lnTo>
                    <a:pt x="9017" y="37084"/>
                  </a:lnTo>
                  <a:lnTo>
                    <a:pt x="4572" y="35306"/>
                  </a:lnTo>
                  <a:cubicBezTo>
                    <a:pt x="5969" y="31877"/>
                    <a:pt x="7747" y="28575"/>
                    <a:pt x="9779" y="25400"/>
                  </a:cubicBez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811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1877" y="5842"/>
                    <a:pt x="35433" y="4445"/>
                  </a:cubicBezTo>
                  <a:lnTo>
                    <a:pt x="37211" y="8890"/>
                  </a:lnTo>
                  <a:lnTo>
                    <a:pt x="35433" y="4445"/>
                  </a:lnTo>
                  <a:cubicBezTo>
                    <a:pt x="38862" y="3048"/>
                    <a:pt x="42418" y="1905"/>
                    <a:pt x="46101" y="1143"/>
                  </a:cubicBezTo>
                  <a:lnTo>
                    <a:pt x="46990" y="5842"/>
                  </a:lnTo>
                  <a:lnTo>
                    <a:pt x="46101" y="1143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127"/>
                  </a:lnTo>
                  <a:lnTo>
                    <a:pt x="305054" y="127"/>
                  </a:lnTo>
                  <a:lnTo>
                    <a:pt x="305054" y="4953"/>
                  </a:lnTo>
                  <a:lnTo>
                    <a:pt x="305054" y="127"/>
                  </a:lnTo>
                  <a:cubicBezTo>
                    <a:pt x="308737" y="127"/>
                    <a:pt x="312547" y="508"/>
                    <a:pt x="316230" y="1270"/>
                  </a:cubicBezTo>
                  <a:lnTo>
                    <a:pt x="315341" y="5969"/>
                  </a:lnTo>
                  <a:lnTo>
                    <a:pt x="316230" y="1270"/>
                  </a:lnTo>
                  <a:cubicBezTo>
                    <a:pt x="319913" y="2032"/>
                    <a:pt x="323469" y="3048"/>
                    <a:pt x="326898" y="4572"/>
                  </a:cubicBezTo>
                  <a:lnTo>
                    <a:pt x="325120" y="9017"/>
                  </a:lnTo>
                  <a:lnTo>
                    <a:pt x="326898" y="4572"/>
                  </a:lnTo>
                  <a:cubicBezTo>
                    <a:pt x="330327" y="5969"/>
                    <a:pt x="333629" y="7747"/>
                    <a:pt x="336804" y="9779"/>
                  </a:cubicBezTo>
                  <a:lnTo>
                    <a:pt x="334137" y="13716"/>
                  </a:lnTo>
                  <a:lnTo>
                    <a:pt x="336804" y="9779"/>
                  </a:lnTo>
                  <a:cubicBezTo>
                    <a:pt x="339979" y="11811"/>
                    <a:pt x="342773" y="14224"/>
                    <a:pt x="345440" y="16891"/>
                  </a:cubicBezTo>
                  <a:lnTo>
                    <a:pt x="342011" y="20320"/>
                  </a:lnTo>
                  <a:lnTo>
                    <a:pt x="345440" y="16891"/>
                  </a:lnTo>
                  <a:cubicBezTo>
                    <a:pt x="348107" y="19558"/>
                    <a:pt x="350393" y="22479"/>
                    <a:pt x="352552" y="25527"/>
                  </a:cubicBezTo>
                  <a:lnTo>
                    <a:pt x="348615" y="28194"/>
                  </a:lnTo>
                  <a:lnTo>
                    <a:pt x="352552" y="25527"/>
                  </a:lnTo>
                  <a:cubicBezTo>
                    <a:pt x="354584" y="28575"/>
                    <a:pt x="356362" y="31877"/>
                    <a:pt x="357759" y="35433"/>
                  </a:cubicBezTo>
                  <a:lnTo>
                    <a:pt x="353314" y="37211"/>
                  </a:lnTo>
                  <a:lnTo>
                    <a:pt x="357759" y="35433"/>
                  </a:lnTo>
                  <a:cubicBezTo>
                    <a:pt x="359156" y="38862"/>
                    <a:pt x="360299" y="42418"/>
                    <a:pt x="361061" y="46101"/>
                  </a:cubicBezTo>
                  <a:lnTo>
                    <a:pt x="356362" y="46990"/>
                  </a:lnTo>
                  <a:lnTo>
                    <a:pt x="361061" y="46101"/>
                  </a:lnTo>
                  <a:cubicBezTo>
                    <a:pt x="361823" y="49784"/>
                    <a:pt x="362204" y="53467"/>
                    <a:pt x="362204" y="57277"/>
                  </a:cubicBezTo>
                  <a:lnTo>
                    <a:pt x="362204" y="314579"/>
                  </a:lnTo>
                  <a:cubicBezTo>
                    <a:pt x="362204" y="318262"/>
                    <a:pt x="361823" y="322072"/>
                    <a:pt x="361061" y="325755"/>
                  </a:cubicBezTo>
                  <a:lnTo>
                    <a:pt x="356362" y="324866"/>
                  </a:lnTo>
                  <a:lnTo>
                    <a:pt x="361061" y="325755"/>
                  </a:lnTo>
                  <a:cubicBezTo>
                    <a:pt x="360299" y="329438"/>
                    <a:pt x="359283" y="332994"/>
                    <a:pt x="357759" y="336423"/>
                  </a:cubicBezTo>
                  <a:lnTo>
                    <a:pt x="353314" y="334645"/>
                  </a:lnTo>
                  <a:lnTo>
                    <a:pt x="357759" y="336423"/>
                  </a:lnTo>
                  <a:cubicBezTo>
                    <a:pt x="356362" y="339852"/>
                    <a:pt x="354584" y="343154"/>
                    <a:pt x="352552" y="346329"/>
                  </a:cubicBezTo>
                  <a:lnTo>
                    <a:pt x="348615" y="343662"/>
                  </a:lnTo>
                  <a:lnTo>
                    <a:pt x="352552" y="346329"/>
                  </a:lnTo>
                  <a:cubicBezTo>
                    <a:pt x="350520" y="349504"/>
                    <a:pt x="348107" y="352298"/>
                    <a:pt x="345440" y="354965"/>
                  </a:cubicBezTo>
                  <a:cubicBezTo>
                    <a:pt x="342773" y="357632"/>
                    <a:pt x="339852" y="359918"/>
                    <a:pt x="336804" y="362077"/>
                  </a:cubicBezTo>
                  <a:cubicBezTo>
                    <a:pt x="333629" y="364109"/>
                    <a:pt x="330454" y="365887"/>
                    <a:pt x="326898" y="367284"/>
                  </a:cubicBezTo>
                  <a:cubicBezTo>
                    <a:pt x="323469" y="368681"/>
                    <a:pt x="319913" y="369824"/>
                    <a:pt x="316230" y="370586"/>
                  </a:cubicBezTo>
                  <a:cubicBezTo>
                    <a:pt x="312547" y="371348"/>
                    <a:pt x="308864" y="371729"/>
                    <a:pt x="305054" y="371729"/>
                  </a:cubicBezTo>
                  <a:lnTo>
                    <a:pt x="57150" y="371729"/>
                  </a:lnTo>
                  <a:cubicBezTo>
                    <a:pt x="53467" y="371729"/>
                    <a:pt x="49657" y="371348"/>
                    <a:pt x="45974" y="370586"/>
                  </a:cubicBezTo>
                  <a:lnTo>
                    <a:pt x="46863" y="365887"/>
                  </a:lnTo>
                  <a:lnTo>
                    <a:pt x="45974" y="370586"/>
                  </a:lnTo>
                  <a:cubicBezTo>
                    <a:pt x="42291" y="369824"/>
                    <a:pt x="38735" y="368808"/>
                    <a:pt x="35306" y="367284"/>
                  </a:cubicBezTo>
                  <a:cubicBezTo>
                    <a:pt x="31877" y="365887"/>
                    <a:pt x="28575" y="364109"/>
                    <a:pt x="25400" y="362077"/>
                  </a:cubicBezTo>
                  <a:cubicBezTo>
                    <a:pt x="22225" y="360045"/>
                    <a:pt x="19431" y="357632"/>
                    <a:pt x="16764" y="354965"/>
                  </a:cubicBezTo>
                  <a:cubicBezTo>
                    <a:pt x="14097" y="352298"/>
                    <a:pt x="11811" y="349377"/>
                    <a:pt x="9652" y="346329"/>
                  </a:cubicBezTo>
                  <a:lnTo>
                    <a:pt x="13589" y="343662"/>
                  </a:lnTo>
                  <a:lnTo>
                    <a:pt x="9652" y="346329"/>
                  </a:lnTo>
                  <a:cubicBezTo>
                    <a:pt x="7620" y="343154"/>
                    <a:pt x="5842" y="339979"/>
                    <a:pt x="4445" y="336423"/>
                  </a:cubicBezTo>
                  <a:lnTo>
                    <a:pt x="8890" y="334645"/>
                  </a:lnTo>
                  <a:lnTo>
                    <a:pt x="4445" y="336423"/>
                  </a:lnTo>
                  <a:cubicBezTo>
                    <a:pt x="3048" y="332994"/>
                    <a:pt x="1905" y="329438"/>
                    <a:pt x="1143" y="325755"/>
                  </a:cubicBezTo>
                  <a:lnTo>
                    <a:pt x="5842" y="324866"/>
                  </a:lnTo>
                  <a:lnTo>
                    <a:pt x="1143" y="325755"/>
                  </a:lnTo>
                  <a:cubicBezTo>
                    <a:pt x="381" y="322072"/>
                    <a:pt x="0" y="318389"/>
                    <a:pt x="0" y="314579"/>
                  </a:cubicBezTo>
                  <a:lnTo>
                    <a:pt x="4826" y="314579"/>
                  </a:lnTo>
                  <a:lnTo>
                    <a:pt x="127" y="314579"/>
                  </a:lnTo>
                  <a:moveTo>
                    <a:pt x="9652" y="314579"/>
                  </a:moveTo>
                  <a:cubicBezTo>
                    <a:pt x="9652" y="317754"/>
                    <a:pt x="9906" y="320802"/>
                    <a:pt x="10541" y="323850"/>
                  </a:cubicBezTo>
                  <a:cubicBezTo>
                    <a:pt x="11176" y="326898"/>
                    <a:pt x="12065" y="329819"/>
                    <a:pt x="13208" y="332740"/>
                  </a:cubicBezTo>
                  <a:cubicBezTo>
                    <a:pt x="14351" y="335661"/>
                    <a:pt x="15875" y="338328"/>
                    <a:pt x="17653" y="340995"/>
                  </a:cubicBezTo>
                  <a:cubicBezTo>
                    <a:pt x="19431" y="343535"/>
                    <a:pt x="21336" y="345948"/>
                    <a:pt x="23495" y="348234"/>
                  </a:cubicBezTo>
                  <a:lnTo>
                    <a:pt x="20066" y="351663"/>
                  </a:lnTo>
                  <a:lnTo>
                    <a:pt x="23495" y="348234"/>
                  </a:lnTo>
                  <a:cubicBezTo>
                    <a:pt x="25654" y="350393"/>
                    <a:pt x="28067" y="352425"/>
                    <a:pt x="30734" y="354076"/>
                  </a:cubicBezTo>
                  <a:lnTo>
                    <a:pt x="28067" y="358013"/>
                  </a:lnTo>
                  <a:lnTo>
                    <a:pt x="30734" y="354076"/>
                  </a:lnTo>
                  <a:cubicBezTo>
                    <a:pt x="33274" y="355854"/>
                    <a:pt x="36068" y="357251"/>
                    <a:pt x="38989" y="358521"/>
                  </a:cubicBezTo>
                  <a:lnTo>
                    <a:pt x="37211" y="362966"/>
                  </a:lnTo>
                  <a:lnTo>
                    <a:pt x="38989" y="358521"/>
                  </a:lnTo>
                  <a:cubicBezTo>
                    <a:pt x="41910" y="359664"/>
                    <a:pt x="44831" y="360553"/>
                    <a:pt x="47879" y="361188"/>
                  </a:cubicBezTo>
                  <a:cubicBezTo>
                    <a:pt x="50927" y="361823"/>
                    <a:pt x="53975" y="362077"/>
                    <a:pt x="57150" y="362077"/>
                  </a:cubicBezTo>
                  <a:lnTo>
                    <a:pt x="57150" y="366776"/>
                  </a:lnTo>
                  <a:lnTo>
                    <a:pt x="57150" y="362077"/>
                  </a:lnTo>
                  <a:lnTo>
                    <a:pt x="305054" y="362077"/>
                  </a:lnTo>
                  <a:lnTo>
                    <a:pt x="305054" y="366903"/>
                  </a:lnTo>
                  <a:lnTo>
                    <a:pt x="305054" y="362204"/>
                  </a:lnTo>
                  <a:cubicBezTo>
                    <a:pt x="308229" y="362204"/>
                    <a:pt x="311277" y="361950"/>
                    <a:pt x="314325" y="361315"/>
                  </a:cubicBezTo>
                  <a:lnTo>
                    <a:pt x="315214" y="366014"/>
                  </a:lnTo>
                  <a:lnTo>
                    <a:pt x="314325" y="361315"/>
                  </a:lnTo>
                  <a:cubicBezTo>
                    <a:pt x="317373" y="360680"/>
                    <a:pt x="320294" y="359791"/>
                    <a:pt x="323215" y="358648"/>
                  </a:cubicBezTo>
                  <a:lnTo>
                    <a:pt x="324993" y="363093"/>
                  </a:lnTo>
                  <a:lnTo>
                    <a:pt x="323215" y="358648"/>
                  </a:lnTo>
                  <a:cubicBezTo>
                    <a:pt x="326136" y="357505"/>
                    <a:pt x="328803" y="355981"/>
                    <a:pt x="331470" y="354203"/>
                  </a:cubicBezTo>
                  <a:lnTo>
                    <a:pt x="334137" y="358140"/>
                  </a:lnTo>
                  <a:lnTo>
                    <a:pt x="331470" y="354203"/>
                  </a:lnTo>
                  <a:cubicBezTo>
                    <a:pt x="334010" y="352425"/>
                    <a:pt x="336423" y="350520"/>
                    <a:pt x="338709" y="348361"/>
                  </a:cubicBezTo>
                  <a:lnTo>
                    <a:pt x="342138" y="351790"/>
                  </a:lnTo>
                  <a:lnTo>
                    <a:pt x="338709" y="348361"/>
                  </a:lnTo>
                  <a:cubicBezTo>
                    <a:pt x="340868" y="346202"/>
                    <a:pt x="342900" y="343789"/>
                    <a:pt x="344551" y="341122"/>
                  </a:cubicBezTo>
                  <a:cubicBezTo>
                    <a:pt x="346202" y="338455"/>
                    <a:pt x="347726" y="335788"/>
                    <a:pt x="348996" y="332867"/>
                  </a:cubicBezTo>
                  <a:cubicBezTo>
                    <a:pt x="350266" y="329946"/>
                    <a:pt x="351028" y="327025"/>
                    <a:pt x="351663" y="323977"/>
                  </a:cubicBezTo>
                  <a:cubicBezTo>
                    <a:pt x="352298" y="320929"/>
                    <a:pt x="352552" y="317881"/>
                    <a:pt x="352552" y="314706"/>
                  </a:cubicBezTo>
                  <a:lnTo>
                    <a:pt x="357251" y="314706"/>
                  </a:lnTo>
                  <a:lnTo>
                    <a:pt x="352425" y="314706"/>
                  </a:lnTo>
                  <a:lnTo>
                    <a:pt x="352425" y="57150"/>
                  </a:lnTo>
                  <a:lnTo>
                    <a:pt x="357251" y="57150"/>
                  </a:lnTo>
                  <a:lnTo>
                    <a:pt x="352552" y="57150"/>
                  </a:lnTo>
                  <a:cubicBezTo>
                    <a:pt x="352552" y="53975"/>
                    <a:pt x="352298" y="50927"/>
                    <a:pt x="351663" y="47879"/>
                  </a:cubicBezTo>
                  <a:cubicBezTo>
                    <a:pt x="351028" y="44831"/>
                    <a:pt x="350139" y="41910"/>
                    <a:pt x="348996" y="38989"/>
                  </a:cubicBezTo>
                  <a:cubicBezTo>
                    <a:pt x="347853" y="36068"/>
                    <a:pt x="346329" y="33401"/>
                    <a:pt x="344551" y="30734"/>
                  </a:cubicBezTo>
                  <a:cubicBezTo>
                    <a:pt x="342773" y="28194"/>
                    <a:pt x="340868" y="25781"/>
                    <a:pt x="338709" y="23495"/>
                  </a:cubicBezTo>
                  <a:cubicBezTo>
                    <a:pt x="336550" y="21336"/>
                    <a:pt x="334137" y="19304"/>
                    <a:pt x="331470" y="17653"/>
                  </a:cubicBezTo>
                  <a:cubicBezTo>
                    <a:pt x="328930" y="15875"/>
                    <a:pt x="326136" y="14478"/>
                    <a:pt x="323215" y="13208"/>
                  </a:cubicBezTo>
                  <a:cubicBezTo>
                    <a:pt x="320294" y="12065"/>
                    <a:pt x="317373" y="11176"/>
                    <a:pt x="314325" y="10541"/>
                  </a:cubicBezTo>
                  <a:cubicBezTo>
                    <a:pt x="311277" y="9906"/>
                    <a:pt x="308229" y="9652"/>
                    <a:pt x="305054" y="9652"/>
                  </a:cubicBezTo>
                  <a:lnTo>
                    <a:pt x="57150" y="9652"/>
                  </a:lnTo>
                  <a:cubicBezTo>
                    <a:pt x="53975" y="9652"/>
                    <a:pt x="50927" y="9906"/>
                    <a:pt x="47879" y="10541"/>
                  </a:cubicBezTo>
                  <a:cubicBezTo>
                    <a:pt x="44831" y="11176"/>
                    <a:pt x="41910" y="12065"/>
                    <a:pt x="38989" y="13208"/>
                  </a:cubicBezTo>
                  <a:cubicBezTo>
                    <a:pt x="36068" y="14351"/>
                    <a:pt x="33401" y="15875"/>
                    <a:pt x="30734" y="17653"/>
                  </a:cubicBezTo>
                  <a:cubicBezTo>
                    <a:pt x="28194" y="19431"/>
                    <a:pt x="25781" y="21336"/>
                    <a:pt x="23495" y="23495"/>
                  </a:cubicBezTo>
                  <a:cubicBezTo>
                    <a:pt x="21336" y="25654"/>
                    <a:pt x="19304" y="28067"/>
                    <a:pt x="17653" y="30734"/>
                  </a:cubicBezTo>
                  <a:lnTo>
                    <a:pt x="13716" y="28067"/>
                  </a:lnTo>
                  <a:lnTo>
                    <a:pt x="17653" y="30734"/>
                  </a:lnTo>
                  <a:cubicBezTo>
                    <a:pt x="15875" y="33274"/>
                    <a:pt x="14478" y="36068"/>
                    <a:pt x="13208" y="38989"/>
                  </a:cubicBezTo>
                  <a:cubicBezTo>
                    <a:pt x="12065" y="41910"/>
                    <a:pt x="11176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3975"/>
                    <a:pt x="9652" y="57150"/>
                  </a:cubicBezTo>
                  <a:lnTo>
                    <a:pt x="9652" y="314579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61784" y="3638086"/>
            <a:ext cx="1060661" cy="1060661"/>
            <a:chOff x="0" y="0"/>
            <a:chExt cx="488950" cy="488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8326" y="68453"/>
              <a:ext cx="352171" cy="352044"/>
            </a:xfrm>
            <a:custGeom>
              <a:avLst/>
              <a:gdLst/>
              <a:ahLst/>
              <a:cxnLst/>
              <a:rect r="r" b="b" t="t" l="l"/>
              <a:pathLst>
                <a:path h="352044" w="352171">
                  <a:moveTo>
                    <a:pt x="0" y="299974"/>
                  </a:moveTo>
                  <a:lnTo>
                    <a:pt x="0" y="52070"/>
                  </a:ln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1" y="0"/>
                    <a:pt x="52070" y="0"/>
                  </a:cubicBezTo>
                  <a:lnTo>
                    <a:pt x="300101" y="0"/>
                  </a:lnTo>
                  <a:cubicBezTo>
                    <a:pt x="303530" y="0"/>
                    <a:pt x="306959" y="381"/>
                    <a:pt x="310261" y="1016"/>
                  </a:cubicBezTo>
                  <a:cubicBezTo>
                    <a:pt x="313563" y="1651"/>
                    <a:pt x="316865" y="2667"/>
                    <a:pt x="320040" y="3937"/>
                  </a:cubicBezTo>
                  <a:cubicBezTo>
                    <a:pt x="323215" y="5207"/>
                    <a:pt x="326263" y="6858"/>
                    <a:pt x="329057" y="8763"/>
                  </a:cubicBezTo>
                  <a:cubicBezTo>
                    <a:pt x="331851" y="10668"/>
                    <a:pt x="334518" y="12827"/>
                    <a:pt x="336931" y="15240"/>
                  </a:cubicBezTo>
                  <a:cubicBezTo>
                    <a:pt x="339344" y="17653"/>
                    <a:pt x="341503" y="20320"/>
                    <a:pt x="343408" y="23114"/>
                  </a:cubicBezTo>
                  <a:cubicBezTo>
                    <a:pt x="345313" y="25908"/>
                    <a:pt x="346964" y="28956"/>
                    <a:pt x="348234" y="32131"/>
                  </a:cubicBezTo>
                  <a:cubicBezTo>
                    <a:pt x="349504" y="35306"/>
                    <a:pt x="350520" y="38608"/>
                    <a:pt x="351155" y="41910"/>
                  </a:cubicBezTo>
                  <a:cubicBezTo>
                    <a:pt x="351790" y="45212"/>
                    <a:pt x="352171" y="48641"/>
                    <a:pt x="352171" y="52070"/>
                  </a:cubicBezTo>
                  <a:lnTo>
                    <a:pt x="352171" y="299974"/>
                  </a:lnTo>
                  <a:cubicBezTo>
                    <a:pt x="352171" y="303403"/>
                    <a:pt x="351790" y="306832"/>
                    <a:pt x="351155" y="310134"/>
                  </a:cubicBezTo>
                  <a:cubicBezTo>
                    <a:pt x="350520" y="313436"/>
                    <a:pt x="349504" y="316738"/>
                    <a:pt x="348234" y="319913"/>
                  </a:cubicBezTo>
                  <a:cubicBezTo>
                    <a:pt x="346964" y="323088"/>
                    <a:pt x="345313" y="326136"/>
                    <a:pt x="343408" y="328930"/>
                  </a:cubicBezTo>
                  <a:cubicBezTo>
                    <a:pt x="341503" y="331724"/>
                    <a:pt x="339344" y="334391"/>
                    <a:pt x="336931" y="336804"/>
                  </a:cubicBezTo>
                  <a:cubicBezTo>
                    <a:pt x="334518" y="339217"/>
                    <a:pt x="331851" y="341376"/>
                    <a:pt x="329057" y="343281"/>
                  </a:cubicBezTo>
                  <a:cubicBezTo>
                    <a:pt x="326263" y="345186"/>
                    <a:pt x="323215" y="346837"/>
                    <a:pt x="320040" y="348107"/>
                  </a:cubicBezTo>
                  <a:cubicBezTo>
                    <a:pt x="316865" y="349377"/>
                    <a:pt x="313563" y="350393"/>
                    <a:pt x="310261" y="351028"/>
                  </a:cubicBezTo>
                  <a:cubicBezTo>
                    <a:pt x="306959" y="351663"/>
                    <a:pt x="303530" y="352044"/>
                    <a:pt x="300101" y="352044"/>
                  </a:cubicBezTo>
                  <a:lnTo>
                    <a:pt x="52197" y="352044"/>
                  </a:lnTo>
                  <a:cubicBezTo>
                    <a:pt x="48768" y="352044"/>
                    <a:pt x="45339" y="351663"/>
                    <a:pt x="42037" y="351028"/>
                  </a:cubicBezTo>
                  <a:cubicBezTo>
                    <a:pt x="38735" y="350393"/>
                    <a:pt x="35433" y="349377"/>
                    <a:pt x="32258" y="348107"/>
                  </a:cubicBezTo>
                  <a:cubicBezTo>
                    <a:pt x="29083" y="346837"/>
                    <a:pt x="26035" y="345186"/>
                    <a:pt x="23241" y="343281"/>
                  </a:cubicBezTo>
                  <a:cubicBezTo>
                    <a:pt x="20447" y="341376"/>
                    <a:pt x="17780" y="339217"/>
                    <a:pt x="15367" y="336804"/>
                  </a:cubicBezTo>
                  <a:cubicBezTo>
                    <a:pt x="12954" y="334391"/>
                    <a:pt x="10795" y="331724"/>
                    <a:pt x="8890" y="328930"/>
                  </a:cubicBezTo>
                  <a:cubicBezTo>
                    <a:pt x="6985" y="326136"/>
                    <a:pt x="5334" y="323088"/>
                    <a:pt x="4064" y="319913"/>
                  </a:cubicBezTo>
                  <a:cubicBezTo>
                    <a:pt x="2794" y="316738"/>
                    <a:pt x="1778" y="313436"/>
                    <a:pt x="1143" y="310134"/>
                  </a:cubicBezTo>
                  <a:cubicBezTo>
                    <a:pt x="508" y="306832"/>
                    <a:pt x="127" y="303403"/>
                    <a:pt x="127" y="299974"/>
                  </a:cubicBezTo>
                  <a:close/>
                </a:path>
              </a:pathLst>
            </a:custGeom>
            <a:solidFill>
              <a:srgbClr val="D5DCF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373" y="63373"/>
              <a:ext cx="362204" cy="362204"/>
            </a:xfrm>
            <a:custGeom>
              <a:avLst/>
              <a:gdLst/>
              <a:ahLst/>
              <a:cxnLst/>
              <a:rect r="r" b="b" t="t" l="l"/>
              <a:pathLst>
                <a:path h="362204" w="362204">
                  <a:moveTo>
                    <a:pt x="127" y="305054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467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779" y="25400"/>
                  </a:cubicBezTo>
                  <a:lnTo>
                    <a:pt x="13716" y="28067"/>
                  </a:lnTo>
                  <a:lnTo>
                    <a:pt x="9779" y="25400"/>
                  </a:lnTo>
                  <a:cubicBezTo>
                    <a:pt x="11811" y="22352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811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1877" y="5842"/>
                    <a:pt x="35433" y="4445"/>
                  </a:cubicBezTo>
                  <a:cubicBezTo>
                    <a:pt x="38862" y="3048"/>
                    <a:pt x="42418" y="1905"/>
                    <a:pt x="46101" y="1143"/>
                  </a:cubicBezTo>
                  <a:lnTo>
                    <a:pt x="46990" y="5842"/>
                  </a:lnTo>
                  <a:lnTo>
                    <a:pt x="46101" y="1143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127"/>
                  </a:lnTo>
                  <a:lnTo>
                    <a:pt x="305054" y="127"/>
                  </a:lnTo>
                  <a:lnTo>
                    <a:pt x="305054" y="4953"/>
                  </a:lnTo>
                  <a:lnTo>
                    <a:pt x="305054" y="127"/>
                  </a:lnTo>
                  <a:cubicBezTo>
                    <a:pt x="308737" y="127"/>
                    <a:pt x="312547" y="508"/>
                    <a:pt x="316230" y="1270"/>
                  </a:cubicBezTo>
                  <a:lnTo>
                    <a:pt x="315341" y="5969"/>
                  </a:lnTo>
                  <a:lnTo>
                    <a:pt x="316230" y="1270"/>
                  </a:lnTo>
                  <a:cubicBezTo>
                    <a:pt x="319913" y="2032"/>
                    <a:pt x="323469" y="3048"/>
                    <a:pt x="326898" y="4572"/>
                  </a:cubicBezTo>
                  <a:lnTo>
                    <a:pt x="325120" y="9017"/>
                  </a:lnTo>
                  <a:lnTo>
                    <a:pt x="326898" y="4572"/>
                  </a:lnTo>
                  <a:cubicBezTo>
                    <a:pt x="330327" y="5969"/>
                    <a:pt x="333629" y="7747"/>
                    <a:pt x="336804" y="9779"/>
                  </a:cubicBezTo>
                  <a:lnTo>
                    <a:pt x="334137" y="13716"/>
                  </a:lnTo>
                  <a:lnTo>
                    <a:pt x="336804" y="9779"/>
                  </a:lnTo>
                  <a:cubicBezTo>
                    <a:pt x="339979" y="11811"/>
                    <a:pt x="342773" y="14224"/>
                    <a:pt x="345440" y="16891"/>
                  </a:cubicBezTo>
                  <a:cubicBezTo>
                    <a:pt x="348107" y="19558"/>
                    <a:pt x="350393" y="22479"/>
                    <a:pt x="352552" y="25527"/>
                  </a:cubicBezTo>
                  <a:cubicBezTo>
                    <a:pt x="354584" y="28575"/>
                    <a:pt x="356362" y="31877"/>
                    <a:pt x="357759" y="35433"/>
                  </a:cubicBezTo>
                  <a:cubicBezTo>
                    <a:pt x="359156" y="38862"/>
                    <a:pt x="360299" y="42418"/>
                    <a:pt x="361061" y="46101"/>
                  </a:cubicBezTo>
                  <a:lnTo>
                    <a:pt x="356362" y="46990"/>
                  </a:lnTo>
                  <a:lnTo>
                    <a:pt x="361061" y="46101"/>
                  </a:lnTo>
                  <a:cubicBezTo>
                    <a:pt x="361823" y="49784"/>
                    <a:pt x="362204" y="53467"/>
                    <a:pt x="362204" y="57277"/>
                  </a:cubicBezTo>
                  <a:lnTo>
                    <a:pt x="362204" y="305054"/>
                  </a:lnTo>
                  <a:cubicBezTo>
                    <a:pt x="362204" y="308737"/>
                    <a:pt x="361823" y="312547"/>
                    <a:pt x="361061" y="316230"/>
                  </a:cubicBezTo>
                  <a:cubicBezTo>
                    <a:pt x="360299" y="319913"/>
                    <a:pt x="359283" y="323469"/>
                    <a:pt x="357759" y="326898"/>
                  </a:cubicBezTo>
                  <a:cubicBezTo>
                    <a:pt x="356362" y="330327"/>
                    <a:pt x="354584" y="333629"/>
                    <a:pt x="352552" y="336804"/>
                  </a:cubicBezTo>
                  <a:cubicBezTo>
                    <a:pt x="350520" y="339852"/>
                    <a:pt x="348107" y="342773"/>
                    <a:pt x="345440" y="345440"/>
                  </a:cubicBezTo>
                  <a:cubicBezTo>
                    <a:pt x="342773" y="348107"/>
                    <a:pt x="339852" y="350393"/>
                    <a:pt x="336804" y="352552"/>
                  </a:cubicBezTo>
                  <a:cubicBezTo>
                    <a:pt x="333629" y="354584"/>
                    <a:pt x="330454" y="356362"/>
                    <a:pt x="326898" y="357759"/>
                  </a:cubicBezTo>
                  <a:lnTo>
                    <a:pt x="325120" y="353314"/>
                  </a:lnTo>
                  <a:lnTo>
                    <a:pt x="326898" y="357759"/>
                  </a:lnTo>
                  <a:cubicBezTo>
                    <a:pt x="323469" y="359156"/>
                    <a:pt x="319913" y="360299"/>
                    <a:pt x="316230" y="361061"/>
                  </a:cubicBezTo>
                  <a:cubicBezTo>
                    <a:pt x="312547" y="361823"/>
                    <a:pt x="308864" y="362204"/>
                    <a:pt x="305054" y="362204"/>
                  </a:cubicBezTo>
                  <a:lnTo>
                    <a:pt x="305054" y="357378"/>
                  </a:lnTo>
                  <a:lnTo>
                    <a:pt x="305054" y="362204"/>
                  </a:lnTo>
                  <a:lnTo>
                    <a:pt x="57150" y="362204"/>
                  </a:lnTo>
                  <a:lnTo>
                    <a:pt x="57150" y="357378"/>
                  </a:lnTo>
                  <a:lnTo>
                    <a:pt x="57150" y="362204"/>
                  </a:lnTo>
                  <a:cubicBezTo>
                    <a:pt x="53467" y="362204"/>
                    <a:pt x="49657" y="361823"/>
                    <a:pt x="45974" y="361061"/>
                  </a:cubicBezTo>
                  <a:cubicBezTo>
                    <a:pt x="42291" y="360299"/>
                    <a:pt x="38735" y="359283"/>
                    <a:pt x="35306" y="357759"/>
                  </a:cubicBezTo>
                  <a:cubicBezTo>
                    <a:pt x="31877" y="356362"/>
                    <a:pt x="28575" y="354584"/>
                    <a:pt x="25400" y="352552"/>
                  </a:cubicBezTo>
                  <a:lnTo>
                    <a:pt x="28067" y="348615"/>
                  </a:lnTo>
                  <a:lnTo>
                    <a:pt x="25400" y="352552"/>
                  </a:lnTo>
                  <a:cubicBezTo>
                    <a:pt x="22225" y="350520"/>
                    <a:pt x="19431" y="348107"/>
                    <a:pt x="16764" y="345440"/>
                  </a:cubicBezTo>
                  <a:lnTo>
                    <a:pt x="20193" y="342011"/>
                  </a:lnTo>
                  <a:lnTo>
                    <a:pt x="16764" y="345440"/>
                  </a:lnTo>
                  <a:cubicBezTo>
                    <a:pt x="14097" y="342773"/>
                    <a:pt x="11811" y="339852"/>
                    <a:pt x="9652" y="336804"/>
                  </a:cubicBezTo>
                  <a:lnTo>
                    <a:pt x="13589" y="334137"/>
                  </a:lnTo>
                  <a:lnTo>
                    <a:pt x="9652" y="336804"/>
                  </a:lnTo>
                  <a:cubicBezTo>
                    <a:pt x="7620" y="333629"/>
                    <a:pt x="5842" y="330454"/>
                    <a:pt x="4445" y="326898"/>
                  </a:cubicBezTo>
                  <a:cubicBezTo>
                    <a:pt x="3048" y="323469"/>
                    <a:pt x="1905" y="319913"/>
                    <a:pt x="1143" y="316230"/>
                  </a:cubicBezTo>
                  <a:lnTo>
                    <a:pt x="5842" y="315341"/>
                  </a:lnTo>
                  <a:lnTo>
                    <a:pt x="1143" y="316230"/>
                  </a:lnTo>
                  <a:cubicBezTo>
                    <a:pt x="381" y="312547"/>
                    <a:pt x="0" y="308864"/>
                    <a:pt x="0" y="305054"/>
                  </a:cubicBezTo>
                  <a:lnTo>
                    <a:pt x="4826" y="305054"/>
                  </a:lnTo>
                  <a:lnTo>
                    <a:pt x="127" y="305054"/>
                  </a:lnTo>
                  <a:moveTo>
                    <a:pt x="9652" y="305054"/>
                  </a:moveTo>
                  <a:cubicBezTo>
                    <a:pt x="9652" y="308229"/>
                    <a:pt x="9906" y="311277"/>
                    <a:pt x="10541" y="314325"/>
                  </a:cubicBezTo>
                  <a:cubicBezTo>
                    <a:pt x="11176" y="317373"/>
                    <a:pt x="12065" y="320294"/>
                    <a:pt x="13208" y="323215"/>
                  </a:cubicBezTo>
                  <a:lnTo>
                    <a:pt x="8763" y="324993"/>
                  </a:lnTo>
                  <a:lnTo>
                    <a:pt x="13208" y="323215"/>
                  </a:lnTo>
                  <a:cubicBezTo>
                    <a:pt x="14351" y="326136"/>
                    <a:pt x="15875" y="328803"/>
                    <a:pt x="17653" y="331470"/>
                  </a:cubicBezTo>
                  <a:cubicBezTo>
                    <a:pt x="19431" y="334010"/>
                    <a:pt x="21336" y="336423"/>
                    <a:pt x="23495" y="338709"/>
                  </a:cubicBezTo>
                  <a:cubicBezTo>
                    <a:pt x="25654" y="340868"/>
                    <a:pt x="28067" y="342900"/>
                    <a:pt x="30734" y="344551"/>
                  </a:cubicBezTo>
                  <a:cubicBezTo>
                    <a:pt x="33274" y="346329"/>
                    <a:pt x="36068" y="347726"/>
                    <a:pt x="38989" y="348996"/>
                  </a:cubicBezTo>
                  <a:lnTo>
                    <a:pt x="37211" y="353441"/>
                  </a:lnTo>
                  <a:lnTo>
                    <a:pt x="38989" y="348996"/>
                  </a:lnTo>
                  <a:cubicBezTo>
                    <a:pt x="41910" y="350139"/>
                    <a:pt x="44831" y="351028"/>
                    <a:pt x="47879" y="351663"/>
                  </a:cubicBezTo>
                  <a:lnTo>
                    <a:pt x="46990" y="356362"/>
                  </a:lnTo>
                  <a:lnTo>
                    <a:pt x="47879" y="351663"/>
                  </a:lnTo>
                  <a:cubicBezTo>
                    <a:pt x="50927" y="352298"/>
                    <a:pt x="53975" y="352552"/>
                    <a:pt x="57150" y="352552"/>
                  </a:cubicBezTo>
                  <a:lnTo>
                    <a:pt x="305054" y="352552"/>
                  </a:lnTo>
                  <a:cubicBezTo>
                    <a:pt x="308229" y="352552"/>
                    <a:pt x="311277" y="352298"/>
                    <a:pt x="314325" y="351663"/>
                  </a:cubicBezTo>
                  <a:lnTo>
                    <a:pt x="315214" y="356362"/>
                  </a:lnTo>
                  <a:lnTo>
                    <a:pt x="314325" y="351663"/>
                  </a:lnTo>
                  <a:cubicBezTo>
                    <a:pt x="317373" y="351028"/>
                    <a:pt x="320294" y="350139"/>
                    <a:pt x="323215" y="348996"/>
                  </a:cubicBezTo>
                  <a:cubicBezTo>
                    <a:pt x="326136" y="347853"/>
                    <a:pt x="328803" y="346329"/>
                    <a:pt x="331470" y="344551"/>
                  </a:cubicBezTo>
                  <a:lnTo>
                    <a:pt x="334137" y="348488"/>
                  </a:lnTo>
                  <a:lnTo>
                    <a:pt x="331470" y="344551"/>
                  </a:lnTo>
                  <a:cubicBezTo>
                    <a:pt x="334010" y="342773"/>
                    <a:pt x="336423" y="340868"/>
                    <a:pt x="338709" y="338709"/>
                  </a:cubicBezTo>
                  <a:lnTo>
                    <a:pt x="342138" y="342138"/>
                  </a:lnTo>
                  <a:lnTo>
                    <a:pt x="338709" y="338709"/>
                  </a:lnTo>
                  <a:cubicBezTo>
                    <a:pt x="340868" y="336550"/>
                    <a:pt x="342900" y="334137"/>
                    <a:pt x="344678" y="331470"/>
                  </a:cubicBezTo>
                  <a:lnTo>
                    <a:pt x="348615" y="334137"/>
                  </a:lnTo>
                  <a:lnTo>
                    <a:pt x="344678" y="331470"/>
                  </a:lnTo>
                  <a:cubicBezTo>
                    <a:pt x="346456" y="328930"/>
                    <a:pt x="347853" y="326136"/>
                    <a:pt x="349123" y="323215"/>
                  </a:cubicBezTo>
                  <a:lnTo>
                    <a:pt x="353568" y="324993"/>
                  </a:lnTo>
                  <a:lnTo>
                    <a:pt x="349123" y="323215"/>
                  </a:lnTo>
                  <a:cubicBezTo>
                    <a:pt x="350266" y="320294"/>
                    <a:pt x="351155" y="317373"/>
                    <a:pt x="351790" y="314325"/>
                  </a:cubicBezTo>
                  <a:lnTo>
                    <a:pt x="356489" y="315214"/>
                  </a:lnTo>
                  <a:lnTo>
                    <a:pt x="351790" y="314325"/>
                  </a:lnTo>
                  <a:cubicBezTo>
                    <a:pt x="352425" y="311277"/>
                    <a:pt x="352679" y="308229"/>
                    <a:pt x="352679" y="305054"/>
                  </a:cubicBezTo>
                  <a:lnTo>
                    <a:pt x="357378" y="305054"/>
                  </a:lnTo>
                  <a:lnTo>
                    <a:pt x="352552" y="305054"/>
                  </a:lnTo>
                  <a:lnTo>
                    <a:pt x="352552" y="57150"/>
                  </a:lnTo>
                  <a:lnTo>
                    <a:pt x="357378" y="57150"/>
                  </a:lnTo>
                  <a:lnTo>
                    <a:pt x="352679" y="57150"/>
                  </a:lnTo>
                  <a:cubicBezTo>
                    <a:pt x="352679" y="53975"/>
                    <a:pt x="352425" y="50927"/>
                    <a:pt x="351790" y="47879"/>
                  </a:cubicBezTo>
                  <a:cubicBezTo>
                    <a:pt x="351155" y="44831"/>
                    <a:pt x="350266" y="41910"/>
                    <a:pt x="349123" y="38989"/>
                  </a:cubicBezTo>
                  <a:lnTo>
                    <a:pt x="353568" y="37211"/>
                  </a:lnTo>
                  <a:lnTo>
                    <a:pt x="349123" y="38989"/>
                  </a:lnTo>
                  <a:cubicBezTo>
                    <a:pt x="347980" y="36068"/>
                    <a:pt x="346456" y="33401"/>
                    <a:pt x="344678" y="30734"/>
                  </a:cubicBezTo>
                  <a:lnTo>
                    <a:pt x="348615" y="28067"/>
                  </a:lnTo>
                  <a:lnTo>
                    <a:pt x="344678" y="30734"/>
                  </a:lnTo>
                  <a:cubicBezTo>
                    <a:pt x="342900" y="28194"/>
                    <a:pt x="340995" y="25781"/>
                    <a:pt x="338836" y="23495"/>
                  </a:cubicBezTo>
                  <a:lnTo>
                    <a:pt x="342265" y="20066"/>
                  </a:lnTo>
                  <a:lnTo>
                    <a:pt x="338836" y="23495"/>
                  </a:lnTo>
                  <a:cubicBezTo>
                    <a:pt x="336677" y="21336"/>
                    <a:pt x="334264" y="19304"/>
                    <a:pt x="331597" y="17653"/>
                  </a:cubicBezTo>
                  <a:cubicBezTo>
                    <a:pt x="329057" y="15875"/>
                    <a:pt x="326263" y="14478"/>
                    <a:pt x="323342" y="13208"/>
                  </a:cubicBezTo>
                  <a:cubicBezTo>
                    <a:pt x="320421" y="12065"/>
                    <a:pt x="317500" y="11176"/>
                    <a:pt x="314452" y="10541"/>
                  </a:cubicBezTo>
                  <a:cubicBezTo>
                    <a:pt x="311404" y="9906"/>
                    <a:pt x="308356" y="9652"/>
                    <a:pt x="305181" y="9652"/>
                  </a:cubicBezTo>
                  <a:lnTo>
                    <a:pt x="57150" y="9652"/>
                  </a:lnTo>
                  <a:cubicBezTo>
                    <a:pt x="53975" y="9652"/>
                    <a:pt x="50927" y="9906"/>
                    <a:pt x="47879" y="10541"/>
                  </a:cubicBezTo>
                  <a:cubicBezTo>
                    <a:pt x="44831" y="11176"/>
                    <a:pt x="41910" y="12065"/>
                    <a:pt x="38989" y="13208"/>
                  </a:cubicBezTo>
                  <a:lnTo>
                    <a:pt x="37211" y="8763"/>
                  </a:lnTo>
                  <a:lnTo>
                    <a:pt x="38989" y="13208"/>
                  </a:lnTo>
                  <a:cubicBezTo>
                    <a:pt x="36068" y="14351"/>
                    <a:pt x="33401" y="15875"/>
                    <a:pt x="30734" y="17653"/>
                  </a:cubicBezTo>
                  <a:cubicBezTo>
                    <a:pt x="28194" y="19431"/>
                    <a:pt x="25781" y="21336"/>
                    <a:pt x="23495" y="23495"/>
                  </a:cubicBezTo>
                  <a:cubicBezTo>
                    <a:pt x="21336" y="25654"/>
                    <a:pt x="19304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176" y="44831"/>
                    <a:pt x="10541" y="47879"/>
                  </a:cubicBezTo>
                  <a:cubicBezTo>
                    <a:pt x="9906" y="50927"/>
                    <a:pt x="9652" y="53975"/>
                    <a:pt x="9652" y="57150"/>
                  </a:cubicBezTo>
                  <a:lnTo>
                    <a:pt x="9652" y="305054"/>
                  </a:lnTo>
                  <a:close/>
                </a:path>
              </a:pathLst>
            </a:custGeom>
            <a:solidFill>
              <a:srgbClr val="BBC2D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36761" y="3765412"/>
            <a:ext cx="679312" cy="679312"/>
          </a:xfrm>
          <a:custGeom>
            <a:avLst/>
            <a:gdLst/>
            <a:ahLst/>
            <a:cxnLst/>
            <a:rect r="r" b="b" t="t" l="l"/>
            <a:pathLst>
              <a:path h="679312" w="679312">
                <a:moveTo>
                  <a:pt x="0" y="0"/>
                </a:moveTo>
                <a:lnTo>
                  <a:pt x="679312" y="0"/>
                </a:lnTo>
                <a:lnTo>
                  <a:pt x="679312" y="679313"/>
                </a:lnTo>
                <a:lnTo>
                  <a:pt x="0" y="679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77131" y="3853433"/>
            <a:ext cx="629966" cy="629966"/>
          </a:xfrm>
          <a:custGeom>
            <a:avLst/>
            <a:gdLst/>
            <a:ahLst/>
            <a:cxnLst/>
            <a:rect r="r" b="b" t="t" l="l"/>
            <a:pathLst>
              <a:path h="629966" w="629966">
                <a:moveTo>
                  <a:pt x="0" y="0"/>
                </a:moveTo>
                <a:lnTo>
                  <a:pt x="629966" y="0"/>
                </a:lnTo>
                <a:lnTo>
                  <a:pt x="629966" y="629966"/>
                </a:lnTo>
                <a:lnTo>
                  <a:pt x="0" y="629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9713" y="6848542"/>
            <a:ext cx="685892" cy="685892"/>
          </a:xfrm>
          <a:custGeom>
            <a:avLst/>
            <a:gdLst/>
            <a:ahLst/>
            <a:cxnLst/>
            <a:rect r="r" b="b" t="t" l="l"/>
            <a:pathLst>
              <a:path h="685892" w="685892">
                <a:moveTo>
                  <a:pt x="0" y="0"/>
                </a:moveTo>
                <a:lnTo>
                  <a:pt x="685892" y="0"/>
                </a:lnTo>
                <a:lnTo>
                  <a:pt x="685892" y="685892"/>
                </a:lnTo>
                <a:lnTo>
                  <a:pt x="0" y="68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3606" y="615855"/>
            <a:ext cx="5540413" cy="81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8"/>
              </a:lnSpc>
            </a:pPr>
            <a:r>
              <a:rPr lang="en-US" b="true" sz="5391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Work Completed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4711" y="3153457"/>
            <a:ext cx="108229" cy="73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b="true" sz="3235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3606" y="2047401"/>
            <a:ext cx="10199777" cy="4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47" spc="1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Our team has completed the following stages of the project: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513" y="8811736"/>
            <a:ext cx="16197455" cy="4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47" spc="39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These steps form the </a:t>
            </a:r>
            <a:r>
              <a:rPr lang="en-US" b="true" sz="2847" spc="39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foundation for building the retrieval and question answering pipeline.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2988" y="3755887"/>
            <a:ext cx="7271860" cy="204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 b="true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PDF Upload Interface</a:t>
            </a:r>
          </a:p>
          <a:p>
            <a:pPr algn="l" marL="582040" indent="-291020" lvl="1">
              <a:lnSpc>
                <a:spcPts val="3353"/>
              </a:lnSpc>
              <a:buFont typeface="Arial"/>
              <a:buChar char="•"/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Developed an interactive web interface using Streamlit</a:t>
            </a:r>
          </a:p>
          <a:p>
            <a:pPr algn="l" marL="582040" indent="-291020" lvl="1">
              <a:lnSpc>
                <a:spcPts val="3353"/>
              </a:lnSpc>
              <a:buFont typeface="Arial"/>
              <a:buChar char="•"/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Users can upload PDF documents dynamically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22445" y="3755887"/>
            <a:ext cx="7278606" cy="163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 b="true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Text Extraction Module</a:t>
            </a:r>
          </a:p>
          <a:p>
            <a:pPr algn="l" marL="582040" indent="-291020" lvl="1">
              <a:lnSpc>
                <a:spcPts val="3353"/>
              </a:lnSpc>
              <a:buFont typeface="Arial"/>
              <a:buChar char="•"/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Implemented PDF parsing using PyPDF2</a:t>
            </a:r>
          </a:p>
          <a:p>
            <a:pPr algn="l" marL="582040" indent="-291020" lvl="1">
              <a:lnSpc>
                <a:spcPts val="3353"/>
              </a:lnSpc>
              <a:buFont typeface="Arial"/>
              <a:buChar char="•"/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Extracts textual content page-by-page</a:t>
            </a:r>
          </a:p>
          <a:p>
            <a:pPr algn="l">
              <a:lnSpc>
                <a:spcPts val="335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546452" y="6786176"/>
            <a:ext cx="8675993" cy="163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 b="true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Text Processing Pipeline</a:t>
            </a:r>
          </a:p>
          <a:p>
            <a:pPr algn="l" marL="582040" indent="-291020" lvl="1">
              <a:lnSpc>
                <a:spcPts val="3353"/>
              </a:lnSpc>
              <a:buFont typeface="Arial"/>
              <a:buChar char="•"/>
            </a:pPr>
            <a:r>
              <a:rPr lang="en-US" b="true" sz="2695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Combined extracted text into a single document stream</a:t>
            </a:r>
          </a:p>
          <a:p>
            <a:pPr algn="l">
              <a:lnSpc>
                <a:spcPts val="335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5521" y="439516"/>
            <a:ext cx="3976616" cy="78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b="true" sz="5086">
                <a:solidFill>
                  <a:srgbClr val="1F1E1E"/>
                </a:solidFill>
                <a:latin typeface="Lora Bold"/>
                <a:ea typeface="Lora Bold"/>
                <a:cs typeface="Lora Bold"/>
                <a:sym typeface="Lora Bold"/>
              </a:rPr>
              <a:t>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64333" y="1267987"/>
            <a:ext cx="86687" cy="57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6"/>
              </a:lnSpc>
            </a:pPr>
            <a:r>
              <a:rPr lang="en-US" b="true" sz="2591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81263" y="1867302"/>
            <a:ext cx="5225878" cy="38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 spc="15">
                <a:solidFill>
                  <a:srgbClr val="3B3535"/>
                </a:solidFill>
                <a:latin typeface="Lora"/>
                <a:ea typeface="Lora"/>
                <a:cs typeface="Lora"/>
                <a:sym typeface="Lora"/>
              </a:rPr>
              <a:t>The next stages of the project include: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1263" y="5448507"/>
            <a:ext cx="7471199" cy="39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13" indent="-246907" lvl="1">
              <a:lnSpc>
                <a:spcPts val="3202"/>
              </a:lnSpc>
              <a:buAutoNum type="arabicPeriod" startAt="1"/>
            </a:pPr>
            <a:r>
              <a:rPr lang="en-US" b="true" sz="2287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 Advanced Retrieval Techniques (Semantic search)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81263" y="2883066"/>
            <a:ext cx="4294340" cy="39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13" indent="-246907" lvl="1">
              <a:lnSpc>
                <a:spcPts val="3202"/>
              </a:lnSpc>
              <a:buAutoNum type="arabicPeriod" startAt="1"/>
            </a:pPr>
            <a:r>
              <a:rPr lang="en-US" b="true" sz="2287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LLM-Based Summarization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1263" y="4593786"/>
            <a:ext cx="5728783" cy="39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13" indent="-246907" lvl="1">
              <a:lnSpc>
                <a:spcPts val="3202"/>
              </a:lnSpc>
              <a:buAutoNum type="arabicPeriod" startAt="1"/>
            </a:pPr>
            <a:r>
              <a:rPr lang="en-US" b="true" sz="2287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Improved Summarization Techniques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1263" y="3739065"/>
            <a:ext cx="4946318" cy="39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13" indent="-246907" lvl="1">
              <a:lnSpc>
                <a:spcPts val="3202"/>
              </a:lnSpc>
              <a:buAutoNum type="arabicPeriod" startAt="1"/>
            </a:pPr>
            <a:r>
              <a:rPr lang="en-US" b="true" sz="2287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Interactive Question Answering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1263" y="6432479"/>
            <a:ext cx="6920076" cy="39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13" indent="-246907" lvl="1">
              <a:lnSpc>
                <a:spcPts val="3202"/>
              </a:lnSpc>
              <a:buAutoNum type="arabicPeriod" startAt="1"/>
            </a:pPr>
            <a:r>
              <a:rPr lang="en-US" b="true" sz="2287">
                <a:solidFill>
                  <a:srgbClr val="3B3535"/>
                </a:solidFill>
                <a:latin typeface="Lora Bold"/>
                <a:ea typeface="Lora Bold"/>
                <a:cs typeface="Lora Bold"/>
                <a:sym typeface="Lora Bold"/>
              </a:rPr>
              <a:t> Cloud Vector Database Integration (Pinecone)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34934" y="3859610"/>
            <a:ext cx="8311571" cy="182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96"/>
              </a:lnSpc>
            </a:pPr>
            <a:r>
              <a:rPr lang="en-US" b="true" sz="10783">
                <a:solidFill>
                  <a:srgbClr val="1A2D7A"/>
                </a:solidFill>
                <a:latin typeface="Lora Bold"/>
                <a:ea typeface="Lora Bold"/>
                <a:cs typeface="Lora Bold"/>
                <a:sym typeface="Lor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DAHD_M9l5co</dc:identifier>
  <dcterms:modified xsi:type="dcterms:W3CDTF">2011-08-01T06:04:30Z</dcterms:modified>
  <cp:revision>1</cp:revision>
  <dc:title>An Intelligent Document Question Answering System Using Generative AI Defense</dc:title>
</cp:coreProperties>
</file>